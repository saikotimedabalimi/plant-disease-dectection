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7" r:id="rId3"/>
    <p:sldId id="258" r:id="rId4"/>
    <p:sldId id="259" r:id="rId5"/>
    <p:sldId id="277" r:id="rId6"/>
    <p:sldId id="276"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43" d="100"/>
          <a:sy n="43" d="100"/>
        </p:scale>
        <p:origin x="121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8A41FD-3BC8-48CA-ADDA-6C97DAF2A5C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C9DCB6B-330C-41A1-8ACC-3B40E90F73B6}">
      <dgm:prSet/>
      <dgm:spPr/>
      <dgm:t>
        <a:bodyPr/>
        <a:lstStyle/>
        <a:p>
          <a:r>
            <a:rPr lang="en-US"/>
            <a:t>Upload </a:t>
          </a:r>
        </a:p>
      </dgm:t>
    </dgm:pt>
    <dgm:pt modelId="{EDCAD41F-146D-4FE4-8AC4-84B9A589E518}" type="parTrans" cxnId="{90C99644-1618-4987-B990-D333D843F32B}">
      <dgm:prSet/>
      <dgm:spPr/>
      <dgm:t>
        <a:bodyPr/>
        <a:lstStyle/>
        <a:p>
          <a:endParaRPr lang="en-US"/>
        </a:p>
      </dgm:t>
    </dgm:pt>
    <dgm:pt modelId="{554A56B3-5ADD-457A-A843-9C60E1BC0228}" type="sibTrans" cxnId="{90C99644-1618-4987-B990-D333D843F32B}">
      <dgm:prSet/>
      <dgm:spPr/>
      <dgm:t>
        <a:bodyPr/>
        <a:lstStyle/>
        <a:p>
          <a:endParaRPr lang="en-US"/>
        </a:p>
      </dgm:t>
    </dgm:pt>
    <dgm:pt modelId="{324A49F9-43F5-41E1-B86C-5CF6350D65F4}">
      <dgm:prSet/>
      <dgm:spPr/>
      <dgm:t>
        <a:bodyPr/>
        <a:lstStyle/>
        <a:p>
          <a:r>
            <a:rPr lang="en-US"/>
            <a:t>Process </a:t>
          </a:r>
        </a:p>
      </dgm:t>
    </dgm:pt>
    <dgm:pt modelId="{6EE554BD-E98B-4AE3-A029-78C8CB058F51}" type="parTrans" cxnId="{1A6F6171-97A5-4BA4-85E1-760EA2E5D1CA}">
      <dgm:prSet/>
      <dgm:spPr/>
      <dgm:t>
        <a:bodyPr/>
        <a:lstStyle/>
        <a:p>
          <a:endParaRPr lang="en-US"/>
        </a:p>
      </dgm:t>
    </dgm:pt>
    <dgm:pt modelId="{FDAF1A28-A6CF-4BF6-8154-A6089C9FA15B}" type="sibTrans" cxnId="{1A6F6171-97A5-4BA4-85E1-760EA2E5D1CA}">
      <dgm:prSet/>
      <dgm:spPr/>
      <dgm:t>
        <a:bodyPr/>
        <a:lstStyle/>
        <a:p>
          <a:endParaRPr lang="en-US"/>
        </a:p>
      </dgm:t>
    </dgm:pt>
    <dgm:pt modelId="{818ACCAF-EEE2-4757-AFCA-2E78A31F7B64}">
      <dgm:prSet/>
      <dgm:spPr/>
      <dgm:t>
        <a:bodyPr/>
        <a:lstStyle/>
        <a:p>
          <a:r>
            <a:rPr lang="en-US"/>
            <a:t>Predict </a:t>
          </a:r>
        </a:p>
      </dgm:t>
    </dgm:pt>
    <dgm:pt modelId="{93546E78-4766-4A43-A351-9D233C3A140E}" type="parTrans" cxnId="{BA85C680-6A4E-472F-B236-254C4592917B}">
      <dgm:prSet/>
      <dgm:spPr/>
      <dgm:t>
        <a:bodyPr/>
        <a:lstStyle/>
        <a:p>
          <a:endParaRPr lang="en-US"/>
        </a:p>
      </dgm:t>
    </dgm:pt>
    <dgm:pt modelId="{78A921EF-5582-4551-A24E-E7B5CE8ED1F0}" type="sibTrans" cxnId="{BA85C680-6A4E-472F-B236-254C4592917B}">
      <dgm:prSet/>
      <dgm:spPr/>
      <dgm:t>
        <a:bodyPr/>
        <a:lstStyle/>
        <a:p>
          <a:endParaRPr lang="en-US"/>
        </a:p>
      </dgm:t>
    </dgm:pt>
    <dgm:pt modelId="{58D50352-4EAE-4CE3-A4C6-D6D7F43248B0}">
      <dgm:prSet/>
      <dgm:spPr/>
      <dgm:t>
        <a:bodyPr/>
        <a:lstStyle/>
        <a:p>
          <a:r>
            <a:rPr lang="en-US"/>
            <a:t>Output </a:t>
          </a:r>
        </a:p>
      </dgm:t>
    </dgm:pt>
    <dgm:pt modelId="{2EF7C0BC-887D-4BF9-A375-FC65B7F40700}" type="parTrans" cxnId="{572E60A8-AAC3-4626-96B9-566B836F1CC0}">
      <dgm:prSet/>
      <dgm:spPr/>
      <dgm:t>
        <a:bodyPr/>
        <a:lstStyle/>
        <a:p>
          <a:endParaRPr lang="en-US"/>
        </a:p>
      </dgm:t>
    </dgm:pt>
    <dgm:pt modelId="{9D7D6308-D7CB-45A3-8C02-27AA0CC33B38}" type="sibTrans" cxnId="{572E60A8-AAC3-4626-96B9-566B836F1CC0}">
      <dgm:prSet/>
      <dgm:spPr/>
      <dgm:t>
        <a:bodyPr/>
        <a:lstStyle/>
        <a:p>
          <a:endParaRPr lang="en-US"/>
        </a:p>
      </dgm:t>
    </dgm:pt>
    <dgm:pt modelId="{B19CF89E-5755-44FA-A07E-30D674164801}">
      <dgm:prSet/>
      <dgm:spPr/>
      <dgm:t>
        <a:bodyPr/>
        <a:lstStyle/>
        <a:p>
          <a:br>
            <a:rPr lang="en-US" dirty="0"/>
          </a:br>
          <a:r>
            <a:rPr lang="en-US" dirty="0"/>
            <a:t>The system follows a simple flow. First, the user uploads an image. Then the system processes it and sends it to the CNN model. The model predicts the disease and retrieves additional information. Finally, the result is displayed to the user. This step-by-step process ensures smooth operation.</a:t>
          </a:r>
        </a:p>
      </dgm:t>
    </dgm:pt>
    <dgm:pt modelId="{10E1AA01-5DFF-40A2-8625-12B2E8B86D9C}" type="parTrans" cxnId="{49D46F97-96DA-4861-AB06-6DA5ADD542DE}">
      <dgm:prSet/>
      <dgm:spPr/>
      <dgm:t>
        <a:bodyPr/>
        <a:lstStyle/>
        <a:p>
          <a:endParaRPr lang="en-US"/>
        </a:p>
      </dgm:t>
    </dgm:pt>
    <dgm:pt modelId="{24E5F2A3-AFA9-4626-BD29-F63FFD1F5D6F}" type="sibTrans" cxnId="{49D46F97-96DA-4861-AB06-6DA5ADD542DE}">
      <dgm:prSet/>
      <dgm:spPr/>
      <dgm:t>
        <a:bodyPr/>
        <a:lstStyle/>
        <a:p>
          <a:endParaRPr lang="en-US"/>
        </a:p>
      </dgm:t>
    </dgm:pt>
    <dgm:pt modelId="{4D98EB42-217A-4C72-BBA2-62F91484F999}" type="pres">
      <dgm:prSet presAssocID="{A38A41FD-3BC8-48CA-ADDA-6C97DAF2A5C1}" presName="root" presStyleCnt="0">
        <dgm:presLayoutVars>
          <dgm:dir/>
          <dgm:resizeHandles val="exact"/>
        </dgm:presLayoutVars>
      </dgm:prSet>
      <dgm:spPr/>
    </dgm:pt>
    <dgm:pt modelId="{FD610489-F41A-4507-9167-C97B909819F7}" type="pres">
      <dgm:prSet presAssocID="{0C9DCB6B-330C-41A1-8ACC-3B40E90F73B6}" presName="compNode" presStyleCnt="0"/>
      <dgm:spPr/>
    </dgm:pt>
    <dgm:pt modelId="{6285E3E1-D67A-4AB8-8C1A-6795BC0A66F5}" type="pres">
      <dgm:prSet presAssocID="{0C9DCB6B-330C-41A1-8ACC-3B40E90F73B6}" presName="bgRect" presStyleLbl="bgShp" presStyleIdx="0" presStyleCnt="5"/>
      <dgm:spPr/>
    </dgm:pt>
    <dgm:pt modelId="{8F803560-DA1B-4887-A830-0D5AB42C52BD}" type="pres">
      <dgm:prSet presAssocID="{0C9DCB6B-330C-41A1-8ACC-3B40E90F73B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wnload"/>
        </a:ext>
      </dgm:extLst>
    </dgm:pt>
    <dgm:pt modelId="{1C20C749-32F2-4855-AF9D-999FCDD438AE}" type="pres">
      <dgm:prSet presAssocID="{0C9DCB6B-330C-41A1-8ACC-3B40E90F73B6}" presName="spaceRect" presStyleCnt="0"/>
      <dgm:spPr/>
    </dgm:pt>
    <dgm:pt modelId="{BE0CA18D-39C7-4BC9-B449-AF8752432D91}" type="pres">
      <dgm:prSet presAssocID="{0C9DCB6B-330C-41A1-8ACC-3B40E90F73B6}" presName="parTx" presStyleLbl="revTx" presStyleIdx="0" presStyleCnt="5">
        <dgm:presLayoutVars>
          <dgm:chMax val="0"/>
          <dgm:chPref val="0"/>
        </dgm:presLayoutVars>
      </dgm:prSet>
      <dgm:spPr/>
    </dgm:pt>
    <dgm:pt modelId="{4DEEED12-3CB8-4903-9EE8-3F82281805D4}" type="pres">
      <dgm:prSet presAssocID="{554A56B3-5ADD-457A-A843-9C60E1BC0228}" presName="sibTrans" presStyleCnt="0"/>
      <dgm:spPr/>
    </dgm:pt>
    <dgm:pt modelId="{8FCB2F00-D088-48D3-8ADC-6E8181B0A2D1}" type="pres">
      <dgm:prSet presAssocID="{324A49F9-43F5-41E1-B86C-5CF6350D65F4}" presName="compNode" presStyleCnt="0"/>
      <dgm:spPr/>
    </dgm:pt>
    <dgm:pt modelId="{E1FF6B27-4C42-404B-9A20-184A2AA930DC}" type="pres">
      <dgm:prSet presAssocID="{324A49F9-43F5-41E1-B86C-5CF6350D65F4}" presName="bgRect" presStyleLbl="bgShp" presStyleIdx="1" presStyleCnt="5"/>
      <dgm:spPr/>
    </dgm:pt>
    <dgm:pt modelId="{53B4EE11-F22D-4E8A-9F0C-7DD1D8F94948}" type="pres">
      <dgm:prSet presAssocID="{324A49F9-43F5-41E1-B86C-5CF6350D65F4}"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3292223A-7FE8-4B7D-99BA-0777ED99CD73}" type="pres">
      <dgm:prSet presAssocID="{324A49F9-43F5-41E1-B86C-5CF6350D65F4}" presName="spaceRect" presStyleCnt="0"/>
      <dgm:spPr/>
    </dgm:pt>
    <dgm:pt modelId="{04F5F811-F016-4BE1-A1F6-0FA6E98741FE}" type="pres">
      <dgm:prSet presAssocID="{324A49F9-43F5-41E1-B86C-5CF6350D65F4}" presName="parTx" presStyleLbl="revTx" presStyleIdx="1" presStyleCnt="5">
        <dgm:presLayoutVars>
          <dgm:chMax val="0"/>
          <dgm:chPref val="0"/>
        </dgm:presLayoutVars>
      </dgm:prSet>
      <dgm:spPr/>
    </dgm:pt>
    <dgm:pt modelId="{1E59E1C3-1244-48FD-A32E-C991EDF221EC}" type="pres">
      <dgm:prSet presAssocID="{FDAF1A28-A6CF-4BF6-8154-A6089C9FA15B}" presName="sibTrans" presStyleCnt="0"/>
      <dgm:spPr/>
    </dgm:pt>
    <dgm:pt modelId="{81197D96-C910-4AE3-B924-3F0621048FD0}" type="pres">
      <dgm:prSet presAssocID="{818ACCAF-EEE2-4757-AFCA-2E78A31F7B64}" presName="compNode" presStyleCnt="0"/>
      <dgm:spPr/>
    </dgm:pt>
    <dgm:pt modelId="{FEF78EBC-71BA-44CD-9D22-4297444DBFB2}" type="pres">
      <dgm:prSet presAssocID="{818ACCAF-EEE2-4757-AFCA-2E78A31F7B64}" presName="bgRect" presStyleLbl="bgShp" presStyleIdx="2" presStyleCnt="5"/>
      <dgm:spPr/>
    </dgm:pt>
    <dgm:pt modelId="{400E7BC7-8E34-4CE7-A2CE-98FB50889E99}" type="pres">
      <dgm:prSet presAssocID="{818ACCAF-EEE2-4757-AFCA-2E78A31F7B64}"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laying Cards"/>
        </a:ext>
      </dgm:extLst>
    </dgm:pt>
    <dgm:pt modelId="{3D0F75D5-0BEB-4736-A2E1-DEF9C685BB23}" type="pres">
      <dgm:prSet presAssocID="{818ACCAF-EEE2-4757-AFCA-2E78A31F7B64}" presName="spaceRect" presStyleCnt="0"/>
      <dgm:spPr/>
    </dgm:pt>
    <dgm:pt modelId="{2CCC042D-A5AA-462B-BAD3-A69B0BF873FE}" type="pres">
      <dgm:prSet presAssocID="{818ACCAF-EEE2-4757-AFCA-2E78A31F7B64}" presName="parTx" presStyleLbl="revTx" presStyleIdx="2" presStyleCnt="5">
        <dgm:presLayoutVars>
          <dgm:chMax val="0"/>
          <dgm:chPref val="0"/>
        </dgm:presLayoutVars>
      </dgm:prSet>
      <dgm:spPr/>
    </dgm:pt>
    <dgm:pt modelId="{4735A0C2-C283-40AE-B22D-6746AABD4627}" type="pres">
      <dgm:prSet presAssocID="{78A921EF-5582-4551-A24E-E7B5CE8ED1F0}" presName="sibTrans" presStyleCnt="0"/>
      <dgm:spPr/>
    </dgm:pt>
    <dgm:pt modelId="{35D81496-07A6-4826-9EE5-34D4CB3392AE}" type="pres">
      <dgm:prSet presAssocID="{58D50352-4EAE-4CE3-A4C6-D6D7F43248B0}" presName="compNode" presStyleCnt="0"/>
      <dgm:spPr/>
    </dgm:pt>
    <dgm:pt modelId="{704D1BB6-4209-402B-BE04-EA2785665DAF}" type="pres">
      <dgm:prSet presAssocID="{58D50352-4EAE-4CE3-A4C6-D6D7F43248B0}" presName="bgRect" presStyleLbl="bgShp" presStyleIdx="3" presStyleCnt="5"/>
      <dgm:spPr/>
    </dgm:pt>
    <dgm:pt modelId="{A0FF25AA-D3C9-4CEB-9C99-57F391277FCD}" type="pres">
      <dgm:prSet presAssocID="{58D50352-4EAE-4CE3-A4C6-D6D7F43248B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A0CA0D74-EB5B-4142-9041-84492D785C25}" type="pres">
      <dgm:prSet presAssocID="{58D50352-4EAE-4CE3-A4C6-D6D7F43248B0}" presName="spaceRect" presStyleCnt="0"/>
      <dgm:spPr/>
    </dgm:pt>
    <dgm:pt modelId="{5D9B7450-EB1D-424D-A23E-C88BE4877926}" type="pres">
      <dgm:prSet presAssocID="{58D50352-4EAE-4CE3-A4C6-D6D7F43248B0}" presName="parTx" presStyleLbl="revTx" presStyleIdx="3" presStyleCnt="5">
        <dgm:presLayoutVars>
          <dgm:chMax val="0"/>
          <dgm:chPref val="0"/>
        </dgm:presLayoutVars>
      </dgm:prSet>
      <dgm:spPr/>
    </dgm:pt>
    <dgm:pt modelId="{F46781AC-7838-49FA-9DFE-C701DA18902B}" type="pres">
      <dgm:prSet presAssocID="{9D7D6308-D7CB-45A3-8C02-27AA0CC33B38}" presName="sibTrans" presStyleCnt="0"/>
      <dgm:spPr/>
    </dgm:pt>
    <dgm:pt modelId="{C3FD3A7B-90E0-44B4-BADD-9928CC20C40D}" type="pres">
      <dgm:prSet presAssocID="{B19CF89E-5755-44FA-A07E-30D674164801}" presName="compNode" presStyleCnt="0"/>
      <dgm:spPr/>
    </dgm:pt>
    <dgm:pt modelId="{60446E87-3CA7-43CB-B1EF-DF4D2DE567DE}" type="pres">
      <dgm:prSet presAssocID="{B19CF89E-5755-44FA-A07E-30D674164801}" presName="bgRect" presStyleLbl="bgShp" presStyleIdx="4" presStyleCnt="5"/>
      <dgm:spPr/>
    </dgm:pt>
    <dgm:pt modelId="{9ACC73E2-BA8F-4669-AA6B-9731D481441B}" type="pres">
      <dgm:prSet presAssocID="{B19CF89E-5755-44FA-A07E-30D67416480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lowchart"/>
        </a:ext>
      </dgm:extLst>
    </dgm:pt>
    <dgm:pt modelId="{4B27AB97-41BC-4FB1-9D06-08C97A877E24}" type="pres">
      <dgm:prSet presAssocID="{B19CF89E-5755-44FA-A07E-30D674164801}" presName="spaceRect" presStyleCnt="0"/>
      <dgm:spPr/>
    </dgm:pt>
    <dgm:pt modelId="{80A8AFA0-3CB1-4E4A-9261-C3B3D2F526EB}" type="pres">
      <dgm:prSet presAssocID="{B19CF89E-5755-44FA-A07E-30D674164801}" presName="parTx" presStyleLbl="revTx" presStyleIdx="4" presStyleCnt="5">
        <dgm:presLayoutVars>
          <dgm:chMax val="0"/>
          <dgm:chPref val="0"/>
        </dgm:presLayoutVars>
      </dgm:prSet>
      <dgm:spPr/>
    </dgm:pt>
  </dgm:ptLst>
  <dgm:cxnLst>
    <dgm:cxn modelId="{E1F9CD13-3DD0-4DEE-A6F4-A6B7803EE2BB}" type="presOf" srcId="{818ACCAF-EEE2-4757-AFCA-2E78A31F7B64}" destId="{2CCC042D-A5AA-462B-BAD3-A69B0BF873FE}" srcOrd="0" destOrd="0" presId="urn:microsoft.com/office/officeart/2018/2/layout/IconVerticalSolidList"/>
    <dgm:cxn modelId="{F6CE091D-AAA4-4703-B38B-D2E8F21963F4}" type="presOf" srcId="{324A49F9-43F5-41E1-B86C-5CF6350D65F4}" destId="{04F5F811-F016-4BE1-A1F6-0FA6E98741FE}" srcOrd="0" destOrd="0" presId="urn:microsoft.com/office/officeart/2018/2/layout/IconVerticalSolidList"/>
    <dgm:cxn modelId="{90C99644-1618-4987-B990-D333D843F32B}" srcId="{A38A41FD-3BC8-48CA-ADDA-6C97DAF2A5C1}" destId="{0C9DCB6B-330C-41A1-8ACC-3B40E90F73B6}" srcOrd="0" destOrd="0" parTransId="{EDCAD41F-146D-4FE4-8AC4-84B9A589E518}" sibTransId="{554A56B3-5ADD-457A-A843-9C60E1BC0228}"/>
    <dgm:cxn modelId="{1A6F6171-97A5-4BA4-85E1-760EA2E5D1CA}" srcId="{A38A41FD-3BC8-48CA-ADDA-6C97DAF2A5C1}" destId="{324A49F9-43F5-41E1-B86C-5CF6350D65F4}" srcOrd="1" destOrd="0" parTransId="{6EE554BD-E98B-4AE3-A029-78C8CB058F51}" sibTransId="{FDAF1A28-A6CF-4BF6-8154-A6089C9FA15B}"/>
    <dgm:cxn modelId="{BA85C680-6A4E-472F-B236-254C4592917B}" srcId="{A38A41FD-3BC8-48CA-ADDA-6C97DAF2A5C1}" destId="{818ACCAF-EEE2-4757-AFCA-2E78A31F7B64}" srcOrd="2" destOrd="0" parTransId="{93546E78-4766-4A43-A351-9D233C3A140E}" sibTransId="{78A921EF-5582-4551-A24E-E7B5CE8ED1F0}"/>
    <dgm:cxn modelId="{49D46F97-96DA-4861-AB06-6DA5ADD542DE}" srcId="{A38A41FD-3BC8-48CA-ADDA-6C97DAF2A5C1}" destId="{B19CF89E-5755-44FA-A07E-30D674164801}" srcOrd="4" destOrd="0" parTransId="{10E1AA01-5DFF-40A2-8625-12B2E8B86D9C}" sibTransId="{24E5F2A3-AFA9-4626-BD29-F63FFD1F5D6F}"/>
    <dgm:cxn modelId="{5076699D-8EEB-4B7E-9DEF-80CA53A17270}" type="presOf" srcId="{0C9DCB6B-330C-41A1-8ACC-3B40E90F73B6}" destId="{BE0CA18D-39C7-4BC9-B449-AF8752432D91}" srcOrd="0" destOrd="0" presId="urn:microsoft.com/office/officeart/2018/2/layout/IconVerticalSolidList"/>
    <dgm:cxn modelId="{572E60A8-AAC3-4626-96B9-566B836F1CC0}" srcId="{A38A41FD-3BC8-48CA-ADDA-6C97DAF2A5C1}" destId="{58D50352-4EAE-4CE3-A4C6-D6D7F43248B0}" srcOrd="3" destOrd="0" parTransId="{2EF7C0BC-887D-4BF9-A375-FC65B7F40700}" sibTransId="{9D7D6308-D7CB-45A3-8C02-27AA0CC33B38}"/>
    <dgm:cxn modelId="{A577C5DD-43CD-4D9A-A468-B191BE5DC7A4}" type="presOf" srcId="{B19CF89E-5755-44FA-A07E-30D674164801}" destId="{80A8AFA0-3CB1-4E4A-9261-C3B3D2F526EB}" srcOrd="0" destOrd="0" presId="urn:microsoft.com/office/officeart/2018/2/layout/IconVerticalSolidList"/>
    <dgm:cxn modelId="{42A2EAE8-2CF5-4426-A853-55D722DA24BE}" type="presOf" srcId="{A38A41FD-3BC8-48CA-ADDA-6C97DAF2A5C1}" destId="{4D98EB42-217A-4C72-BBA2-62F91484F999}" srcOrd="0" destOrd="0" presId="urn:microsoft.com/office/officeart/2018/2/layout/IconVerticalSolidList"/>
    <dgm:cxn modelId="{487398F3-1898-4EF3-AE3B-89C75453869B}" type="presOf" srcId="{58D50352-4EAE-4CE3-A4C6-D6D7F43248B0}" destId="{5D9B7450-EB1D-424D-A23E-C88BE4877926}" srcOrd="0" destOrd="0" presId="urn:microsoft.com/office/officeart/2018/2/layout/IconVerticalSolidList"/>
    <dgm:cxn modelId="{991B20F8-B73F-44A0-9D20-3FE496241D35}" type="presParOf" srcId="{4D98EB42-217A-4C72-BBA2-62F91484F999}" destId="{FD610489-F41A-4507-9167-C97B909819F7}" srcOrd="0" destOrd="0" presId="urn:microsoft.com/office/officeart/2018/2/layout/IconVerticalSolidList"/>
    <dgm:cxn modelId="{2E9F8454-84DC-4D8F-95DA-4A355214149F}" type="presParOf" srcId="{FD610489-F41A-4507-9167-C97B909819F7}" destId="{6285E3E1-D67A-4AB8-8C1A-6795BC0A66F5}" srcOrd="0" destOrd="0" presId="urn:microsoft.com/office/officeart/2018/2/layout/IconVerticalSolidList"/>
    <dgm:cxn modelId="{59AABB54-80DA-4597-A8BF-ACDC639D4963}" type="presParOf" srcId="{FD610489-F41A-4507-9167-C97B909819F7}" destId="{8F803560-DA1B-4887-A830-0D5AB42C52BD}" srcOrd="1" destOrd="0" presId="urn:microsoft.com/office/officeart/2018/2/layout/IconVerticalSolidList"/>
    <dgm:cxn modelId="{AC7DD1C2-7F77-4C50-9D05-DD213C188C09}" type="presParOf" srcId="{FD610489-F41A-4507-9167-C97B909819F7}" destId="{1C20C749-32F2-4855-AF9D-999FCDD438AE}" srcOrd="2" destOrd="0" presId="urn:microsoft.com/office/officeart/2018/2/layout/IconVerticalSolidList"/>
    <dgm:cxn modelId="{A2EFCBB7-DE49-4934-969B-F35A55DC5368}" type="presParOf" srcId="{FD610489-F41A-4507-9167-C97B909819F7}" destId="{BE0CA18D-39C7-4BC9-B449-AF8752432D91}" srcOrd="3" destOrd="0" presId="urn:microsoft.com/office/officeart/2018/2/layout/IconVerticalSolidList"/>
    <dgm:cxn modelId="{38EE790C-3A9A-4354-A0AF-14DDAF28D84C}" type="presParOf" srcId="{4D98EB42-217A-4C72-BBA2-62F91484F999}" destId="{4DEEED12-3CB8-4903-9EE8-3F82281805D4}" srcOrd="1" destOrd="0" presId="urn:microsoft.com/office/officeart/2018/2/layout/IconVerticalSolidList"/>
    <dgm:cxn modelId="{92FB46C6-B3BA-4254-BF2E-D1B1AF713F49}" type="presParOf" srcId="{4D98EB42-217A-4C72-BBA2-62F91484F999}" destId="{8FCB2F00-D088-48D3-8ADC-6E8181B0A2D1}" srcOrd="2" destOrd="0" presId="urn:microsoft.com/office/officeart/2018/2/layout/IconVerticalSolidList"/>
    <dgm:cxn modelId="{797CDCF5-354F-4B5D-A66A-C92E2DB8A514}" type="presParOf" srcId="{8FCB2F00-D088-48D3-8ADC-6E8181B0A2D1}" destId="{E1FF6B27-4C42-404B-9A20-184A2AA930DC}" srcOrd="0" destOrd="0" presId="urn:microsoft.com/office/officeart/2018/2/layout/IconVerticalSolidList"/>
    <dgm:cxn modelId="{E2741744-B557-4C21-9ECC-C6EC5C51C7D8}" type="presParOf" srcId="{8FCB2F00-D088-48D3-8ADC-6E8181B0A2D1}" destId="{53B4EE11-F22D-4E8A-9F0C-7DD1D8F94948}" srcOrd="1" destOrd="0" presId="urn:microsoft.com/office/officeart/2018/2/layout/IconVerticalSolidList"/>
    <dgm:cxn modelId="{14B68557-5E34-4713-83A0-63FA3658DDFD}" type="presParOf" srcId="{8FCB2F00-D088-48D3-8ADC-6E8181B0A2D1}" destId="{3292223A-7FE8-4B7D-99BA-0777ED99CD73}" srcOrd="2" destOrd="0" presId="urn:microsoft.com/office/officeart/2018/2/layout/IconVerticalSolidList"/>
    <dgm:cxn modelId="{0294D9C5-7539-4599-9B25-6A77CA0033DD}" type="presParOf" srcId="{8FCB2F00-D088-48D3-8ADC-6E8181B0A2D1}" destId="{04F5F811-F016-4BE1-A1F6-0FA6E98741FE}" srcOrd="3" destOrd="0" presId="urn:microsoft.com/office/officeart/2018/2/layout/IconVerticalSolidList"/>
    <dgm:cxn modelId="{B485A1D6-0585-4DF5-9D75-6CFD5DC3C50A}" type="presParOf" srcId="{4D98EB42-217A-4C72-BBA2-62F91484F999}" destId="{1E59E1C3-1244-48FD-A32E-C991EDF221EC}" srcOrd="3" destOrd="0" presId="urn:microsoft.com/office/officeart/2018/2/layout/IconVerticalSolidList"/>
    <dgm:cxn modelId="{CF1C0055-8D6A-4678-B292-E10F87ACCE4C}" type="presParOf" srcId="{4D98EB42-217A-4C72-BBA2-62F91484F999}" destId="{81197D96-C910-4AE3-B924-3F0621048FD0}" srcOrd="4" destOrd="0" presId="urn:microsoft.com/office/officeart/2018/2/layout/IconVerticalSolidList"/>
    <dgm:cxn modelId="{77AEF065-360A-426B-B62A-5173BF826732}" type="presParOf" srcId="{81197D96-C910-4AE3-B924-3F0621048FD0}" destId="{FEF78EBC-71BA-44CD-9D22-4297444DBFB2}" srcOrd="0" destOrd="0" presId="urn:microsoft.com/office/officeart/2018/2/layout/IconVerticalSolidList"/>
    <dgm:cxn modelId="{B6F57F1A-E66C-496E-A25F-FA494A0C1E3E}" type="presParOf" srcId="{81197D96-C910-4AE3-B924-3F0621048FD0}" destId="{400E7BC7-8E34-4CE7-A2CE-98FB50889E99}" srcOrd="1" destOrd="0" presId="urn:microsoft.com/office/officeart/2018/2/layout/IconVerticalSolidList"/>
    <dgm:cxn modelId="{90BC3859-535B-497A-AF44-1E3AB74C5E56}" type="presParOf" srcId="{81197D96-C910-4AE3-B924-3F0621048FD0}" destId="{3D0F75D5-0BEB-4736-A2E1-DEF9C685BB23}" srcOrd="2" destOrd="0" presId="urn:microsoft.com/office/officeart/2018/2/layout/IconVerticalSolidList"/>
    <dgm:cxn modelId="{D027C09A-2C34-4140-9936-F1764B990ABD}" type="presParOf" srcId="{81197D96-C910-4AE3-B924-3F0621048FD0}" destId="{2CCC042D-A5AA-462B-BAD3-A69B0BF873FE}" srcOrd="3" destOrd="0" presId="urn:microsoft.com/office/officeart/2018/2/layout/IconVerticalSolidList"/>
    <dgm:cxn modelId="{05629AE9-748C-42AA-B2E0-30904C55C3FE}" type="presParOf" srcId="{4D98EB42-217A-4C72-BBA2-62F91484F999}" destId="{4735A0C2-C283-40AE-B22D-6746AABD4627}" srcOrd="5" destOrd="0" presId="urn:microsoft.com/office/officeart/2018/2/layout/IconVerticalSolidList"/>
    <dgm:cxn modelId="{9C9A6748-4B54-42E2-B15F-4833F26F2215}" type="presParOf" srcId="{4D98EB42-217A-4C72-BBA2-62F91484F999}" destId="{35D81496-07A6-4826-9EE5-34D4CB3392AE}" srcOrd="6" destOrd="0" presId="urn:microsoft.com/office/officeart/2018/2/layout/IconVerticalSolidList"/>
    <dgm:cxn modelId="{C177C1FE-4C71-479D-A18C-5148927AE718}" type="presParOf" srcId="{35D81496-07A6-4826-9EE5-34D4CB3392AE}" destId="{704D1BB6-4209-402B-BE04-EA2785665DAF}" srcOrd="0" destOrd="0" presId="urn:microsoft.com/office/officeart/2018/2/layout/IconVerticalSolidList"/>
    <dgm:cxn modelId="{2A8A357B-F2CB-4073-8783-D02F10DC8898}" type="presParOf" srcId="{35D81496-07A6-4826-9EE5-34D4CB3392AE}" destId="{A0FF25AA-D3C9-4CEB-9C99-57F391277FCD}" srcOrd="1" destOrd="0" presId="urn:microsoft.com/office/officeart/2018/2/layout/IconVerticalSolidList"/>
    <dgm:cxn modelId="{D04AA2C7-EE05-412C-A8FD-D3A5D5BB70CC}" type="presParOf" srcId="{35D81496-07A6-4826-9EE5-34D4CB3392AE}" destId="{A0CA0D74-EB5B-4142-9041-84492D785C25}" srcOrd="2" destOrd="0" presId="urn:microsoft.com/office/officeart/2018/2/layout/IconVerticalSolidList"/>
    <dgm:cxn modelId="{81A87332-5DEC-4A5E-A1B8-46AF7A47BD43}" type="presParOf" srcId="{35D81496-07A6-4826-9EE5-34D4CB3392AE}" destId="{5D9B7450-EB1D-424D-A23E-C88BE4877926}" srcOrd="3" destOrd="0" presId="urn:microsoft.com/office/officeart/2018/2/layout/IconVerticalSolidList"/>
    <dgm:cxn modelId="{38808229-543E-49C1-AD88-5BEF2EE65A3B}" type="presParOf" srcId="{4D98EB42-217A-4C72-BBA2-62F91484F999}" destId="{F46781AC-7838-49FA-9DFE-C701DA18902B}" srcOrd="7" destOrd="0" presId="urn:microsoft.com/office/officeart/2018/2/layout/IconVerticalSolidList"/>
    <dgm:cxn modelId="{E7DE976D-B56D-4D23-977F-1272D98A021B}" type="presParOf" srcId="{4D98EB42-217A-4C72-BBA2-62F91484F999}" destId="{C3FD3A7B-90E0-44B4-BADD-9928CC20C40D}" srcOrd="8" destOrd="0" presId="urn:microsoft.com/office/officeart/2018/2/layout/IconVerticalSolidList"/>
    <dgm:cxn modelId="{F18A0F0F-62EE-48B0-A3CF-6F75C46D169C}" type="presParOf" srcId="{C3FD3A7B-90E0-44B4-BADD-9928CC20C40D}" destId="{60446E87-3CA7-43CB-B1EF-DF4D2DE567DE}" srcOrd="0" destOrd="0" presId="urn:microsoft.com/office/officeart/2018/2/layout/IconVerticalSolidList"/>
    <dgm:cxn modelId="{1DE4FF5F-F6C1-4D2C-8F68-DCBC8BA5144F}" type="presParOf" srcId="{C3FD3A7B-90E0-44B4-BADD-9928CC20C40D}" destId="{9ACC73E2-BA8F-4669-AA6B-9731D481441B}" srcOrd="1" destOrd="0" presId="urn:microsoft.com/office/officeart/2018/2/layout/IconVerticalSolidList"/>
    <dgm:cxn modelId="{20CC2228-A384-4AD0-87F3-F3FC9B7CE1B1}" type="presParOf" srcId="{C3FD3A7B-90E0-44B4-BADD-9928CC20C40D}" destId="{4B27AB97-41BC-4FB1-9D06-08C97A877E24}" srcOrd="2" destOrd="0" presId="urn:microsoft.com/office/officeart/2018/2/layout/IconVerticalSolidList"/>
    <dgm:cxn modelId="{D929C2FC-5F42-4D64-93A3-8FB3B54B7039}" type="presParOf" srcId="{C3FD3A7B-90E0-44B4-BADD-9928CC20C40D}" destId="{80A8AFA0-3CB1-4E4A-9261-C3B3D2F526E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5E3E1-D67A-4AB8-8C1A-6795BC0A66F5}">
      <dsp:nvSpPr>
        <dsp:cNvPr id="0" name=""/>
        <dsp:cNvSpPr/>
      </dsp:nvSpPr>
      <dsp:spPr>
        <a:xfrm>
          <a:off x="0" y="5839"/>
          <a:ext cx="6474181" cy="1091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803560-DA1B-4887-A830-0D5AB42C52BD}">
      <dsp:nvSpPr>
        <dsp:cNvPr id="0" name=""/>
        <dsp:cNvSpPr/>
      </dsp:nvSpPr>
      <dsp:spPr>
        <a:xfrm>
          <a:off x="330138" y="251396"/>
          <a:ext cx="600837" cy="6002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0CA18D-39C7-4BC9-B449-AF8752432D91}">
      <dsp:nvSpPr>
        <dsp:cNvPr id="0" name=""/>
        <dsp:cNvSpPr/>
      </dsp:nvSpPr>
      <dsp:spPr>
        <a:xfrm>
          <a:off x="1261113" y="5839"/>
          <a:ext cx="4700954" cy="1092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16" tIns="115616" rIns="115616" bIns="115616" numCol="1" spcCol="1270" anchor="ctr" anchorCtr="0">
          <a:noAutofit/>
        </a:bodyPr>
        <a:lstStyle/>
        <a:p>
          <a:pPr marL="0" lvl="0" indent="0" algn="l" defTabSz="622300">
            <a:lnSpc>
              <a:spcPct val="90000"/>
            </a:lnSpc>
            <a:spcBef>
              <a:spcPct val="0"/>
            </a:spcBef>
            <a:spcAft>
              <a:spcPct val="35000"/>
            </a:spcAft>
            <a:buNone/>
          </a:pPr>
          <a:r>
            <a:rPr lang="en-US" sz="1400" kern="1200"/>
            <a:t>Upload </a:t>
          </a:r>
        </a:p>
      </dsp:txBody>
      <dsp:txXfrm>
        <a:off x="1261113" y="5839"/>
        <a:ext cx="4700954" cy="1092432"/>
      </dsp:txXfrm>
    </dsp:sp>
    <dsp:sp modelId="{E1FF6B27-4C42-404B-9A20-184A2AA930DC}">
      <dsp:nvSpPr>
        <dsp:cNvPr id="0" name=""/>
        <dsp:cNvSpPr/>
      </dsp:nvSpPr>
      <dsp:spPr>
        <a:xfrm>
          <a:off x="0" y="1363103"/>
          <a:ext cx="6474181" cy="1091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B4EE11-F22D-4E8A-9F0C-7DD1D8F94948}">
      <dsp:nvSpPr>
        <dsp:cNvPr id="0" name=""/>
        <dsp:cNvSpPr/>
      </dsp:nvSpPr>
      <dsp:spPr>
        <a:xfrm>
          <a:off x="330138" y="1608660"/>
          <a:ext cx="600837" cy="6002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F5F811-F016-4BE1-A1F6-0FA6E98741FE}">
      <dsp:nvSpPr>
        <dsp:cNvPr id="0" name=""/>
        <dsp:cNvSpPr/>
      </dsp:nvSpPr>
      <dsp:spPr>
        <a:xfrm>
          <a:off x="1261113" y="1363103"/>
          <a:ext cx="4700954" cy="1092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16" tIns="115616" rIns="115616" bIns="115616" numCol="1" spcCol="1270" anchor="ctr" anchorCtr="0">
          <a:noAutofit/>
        </a:bodyPr>
        <a:lstStyle/>
        <a:p>
          <a:pPr marL="0" lvl="0" indent="0" algn="l" defTabSz="622300">
            <a:lnSpc>
              <a:spcPct val="90000"/>
            </a:lnSpc>
            <a:spcBef>
              <a:spcPct val="0"/>
            </a:spcBef>
            <a:spcAft>
              <a:spcPct val="35000"/>
            </a:spcAft>
            <a:buNone/>
          </a:pPr>
          <a:r>
            <a:rPr lang="en-US" sz="1400" kern="1200"/>
            <a:t>Process </a:t>
          </a:r>
        </a:p>
      </dsp:txBody>
      <dsp:txXfrm>
        <a:off x="1261113" y="1363103"/>
        <a:ext cx="4700954" cy="1092432"/>
      </dsp:txXfrm>
    </dsp:sp>
    <dsp:sp modelId="{FEF78EBC-71BA-44CD-9D22-4297444DBFB2}">
      <dsp:nvSpPr>
        <dsp:cNvPr id="0" name=""/>
        <dsp:cNvSpPr/>
      </dsp:nvSpPr>
      <dsp:spPr>
        <a:xfrm>
          <a:off x="0" y="2720367"/>
          <a:ext cx="6474181" cy="1091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0E7BC7-8E34-4CE7-A2CE-98FB50889E99}">
      <dsp:nvSpPr>
        <dsp:cNvPr id="0" name=""/>
        <dsp:cNvSpPr/>
      </dsp:nvSpPr>
      <dsp:spPr>
        <a:xfrm>
          <a:off x="330138" y="2965925"/>
          <a:ext cx="600837" cy="6002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CC042D-A5AA-462B-BAD3-A69B0BF873FE}">
      <dsp:nvSpPr>
        <dsp:cNvPr id="0" name=""/>
        <dsp:cNvSpPr/>
      </dsp:nvSpPr>
      <dsp:spPr>
        <a:xfrm>
          <a:off x="1261113" y="2720367"/>
          <a:ext cx="4700954" cy="1092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16" tIns="115616" rIns="115616" bIns="115616" numCol="1" spcCol="1270" anchor="ctr" anchorCtr="0">
          <a:noAutofit/>
        </a:bodyPr>
        <a:lstStyle/>
        <a:p>
          <a:pPr marL="0" lvl="0" indent="0" algn="l" defTabSz="622300">
            <a:lnSpc>
              <a:spcPct val="90000"/>
            </a:lnSpc>
            <a:spcBef>
              <a:spcPct val="0"/>
            </a:spcBef>
            <a:spcAft>
              <a:spcPct val="35000"/>
            </a:spcAft>
            <a:buNone/>
          </a:pPr>
          <a:r>
            <a:rPr lang="en-US" sz="1400" kern="1200"/>
            <a:t>Predict </a:t>
          </a:r>
        </a:p>
      </dsp:txBody>
      <dsp:txXfrm>
        <a:off x="1261113" y="2720367"/>
        <a:ext cx="4700954" cy="1092432"/>
      </dsp:txXfrm>
    </dsp:sp>
    <dsp:sp modelId="{704D1BB6-4209-402B-BE04-EA2785665DAF}">
      <dsp:nvSpPr>
        <dsp:cNvPr id="0" name=""/>
        <dsp:cNvSpPr/>
      </dsp:nvSpPr>
      <dsp:spPr>
        <a:xfrm>
          <a:off x="0" y="4077632"/>
          <a:ext cx="6474181" cy="1091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FF25AA-D3C9-4CEB-9C99-57F391277FCD}">
      <dsp:nvSpPr>
        <dsp:cNvPr id="0" name=""/>
        <dsp:cNvSpPr/>
      </dsp:nvSpPr>
      <dsp:spPr>
        <a:xfrm>
          <a:off x="330138" y="4323189"/>
          <a:ext cx="600837" cy="6002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9B7450-EB1D-424D-A23E-C88BE4877926}">
      <dsp:nvSpPr>
        <dsp:cNvPr id="0" name=""/>
        <dsp:cNvSpPr/>
      </dsp:nvSpPr>
      <dsp:spPr>
        <a:xfrm>
          <a:off x="1261113" y="4077632"/>
          <a:ext cx="4700954" cy="1092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16" tIns="115616" rIns="115616" bIns="115616" numCol="1" spcCol="1270" anchor="ctr" anchorCtr="0">
          <a:noAutofit/>
        </a:bodyPr>
        <a:lstStyle/>
        <a:p>
          <a:pPr marL="0" lvl="0" indent="0" algn="l" defTabSz="622300">
            <a:lnSpc>
              <a:spcPct val="90000"/>
            </a:lnSpc>
            <a:spcBef>
              <a:spcPct val="0"/>
            </a:spcBef>
            <a:spcAft>
              <a:spcPct val="35000"/>
            </a:spcAft>
            <a:buNone/>
          </a:pPr>
          <a:r>
            <a:rPr lang="en-US" sz="1400" kern="1200"/>
            <a:t>Output </a:t>
          </a:r>
        </a:p>
      </dsp:txBody>
      <dsp:txXfrm>
        <a:off x="1261113" y="4077632"/>
        <a:ext cx="4700954" cy="1092432"/>
      </dsp:txXfrm>
    </dsp:sp>
    <dsp:sp modelId="{60446E87-3CA7-43CB-B1EF-DF4D2DE567DE}">
      <dsp:nvSpPr>
        <dsp:cNvPr id="0" name=""/>
        <dsp:cNvSpPr/>
      </dsp:nvSpPr>
      <dsp:spPr>
        <a:xfrm>
          <a:off x="0" y="5434896"/>
          <a:ext cx="6474181" cy="109136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CC73E2-BA8F-4669-AA6B-9731D481441B}">
      <dsp:nvSpPr>
        <dsp:cNvPr id="0" name=""/>
        <dsp:cNvSpPr/>
      </dsp:nvSpPr>
      <dsp:spPr>
        <a:xfrm>
          <a:off x="330460" y="5680453"/>
          <a:ext cx="600837" cy="6002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A8AFA0-3CB1-4E4A-9261-C3B3D2F526EB}">
      <dsp:nvSpPr>
        <dsp:cNvPr id="0" name=""/>
        <dsp:cNvSpPr/>
      </dsp:nvSpPr>
      <dsp:spPr>
        <a:xfrm>
          <a:off x="1261759" y="5434896"/>
          <a:ext cx="4700954" cy="10924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616" tIns="115616" rIns="115616" bIns="115616" numCol="1" spcCol="1270" anchor="ctr" anchorCtr="0">
          <a:noAutofit/>
        </a:bodyPr>
        <a:lstStyle/>
        <a:p>
          <a:pPr marL="0" lvl="0" indent="0" algn="l" defTabSz="622300">
            <a:lnSpc>
              <a:spcPct val="90000"/>
            </a:lnSpc>
            <a:spcBef>
              <a:spcPct val="0"/>
            </a:spcBef>
            <a:spcAft>
              <a:spcPct val="35000"/>
            </a:spcAft>
            <a:buNone/>
          </a:pPr>
          <a:br>
            <a:rPr lang="en-US" sz="1400" kern="1200" dirty="0"/>
          </a:br>
          <a:r>
            <a:rPr lang="en-US" sz="1400" kern="1200" dirty="0"/>
            <a:t>The system follows a simple flow. First, the user uploads an image. Then the system processes it and sends it to the CNN model. The model predicts the disease and retrieves additional information. Finally, the result is displayed to the user. This step-by-step process ensures smooth operation.</a:t>
          </a:r>
        </a:p>
      </dsp:txBody>
      <dsp:txXfrm>
        <a:off x="1261759" y="5434896"/>
        <a:ext cx="4700954" cy="10924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9426-B59D-18E4-0712-16DECE121F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8314292-6A24-A1A1-F72F-90E6DE0AE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29E5FB-57DB-F73E-C339-489C886D35AE}"/>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177E1E8B-39E3-4DE6-8870-83A1183F09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B4AD4B-CD2D-9EC3-B562-AEA509687555}"/>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28981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3287B-02EA-A88A-B35E-89365B479B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5A1E89-2E68-C060-730C-EF7A08A129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C4BE7A-8F1B-7DC5-3BFE-3FB95E156D5D}"/>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CC5C8C41-AC2A-5309-8446-F29538CDA0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EB915B-AB93-1ECF-37FD-2CD5DF5569E9}"/>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1279771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3F60C-5BE9-C440-BCCC-B55FD40B1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042719-EA48-E10F-26E0-FBDB63079A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0C3A62-0C3F-6108-DA6A-F5CA0622D85F}"/>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A7C13557-F11B-D12C-A089-8BD5DF9AAC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9D9E04-B850-952F-074D-2C4DD50BECE5}"/>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821434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DFAA7-6E4D-58C6-C621-DD9F02DCA2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14ABC4-F8F7-87CD-EDAE-713EF3D8EB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D7D786-8C00-2399-7818-2CFECAD563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C6B4202-5805-06A2-C06C-A4C2BA0904A3}"/>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6" name="Footer Placeholder 5">
            <a:extLst>
              <a:ext uri="{FF2B5EF4-FFF2-40B4-BE49-F238E27FC236}">
                <a16:creationId xmlns:a16="http://schemas.microsoft.com/office/drawing/2014/main" id="{596B5793-0B24-10EF-FAA7-93BE80CFF0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2CB7AD-4A98-2DAF-36C7-A00AAA4010BC}"/>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793794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16567-2984-9E81-FB73-018F1620ED9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4D2931-FFAD-9098-917A-94BE86DFA5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368525-F64D-98FF-0334-C72C6B52C3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7A8905-2143-F9DB-A498-5E0E0466BF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91F574-1C52-21FF-B6B7-35FF3DA0B2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7A935E-2D02-1EAA-C5D8-C7DECCF680C0}"/>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8" name="Footer Placeholder 7">
            <a:extLst>
              <a:ext uri="{FF2B5EF4-FFF2-40B4-BE49-F238E27FC236}">
                <a16:creationId xmlns:a16="http://schemas.microsoft.com/office/drawing/2014/main" id="{CC624853-A48F-9FE8-321D-D20AE6F697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E1F6F0-CD1B-6299-F459-ADDE2088195E}"/>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787782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68273-C946-C5D7-8D82-9E405F91E8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EE5451-D2E5-BE2D-9213-85A16F1823C2}"/>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4" name="Footer Placeholder 3">
            <a:extLst>
              <a:ext uri="{FF2B5EF4-FFF2-40B4-BE49-F238E27FC236}">
                <a16:creationId xmlns:a16="http://schemas.microsoft.com/office/drawing/2014/main" id="{DDA0B3BE-4836-F18F-7F1F-AB633708B0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43D01B-24D4-E579-5BAE-6054CD92B3F6}"/>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4011968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4F1EBB-FDEE-FED6-CA65-FE157D4FE315}"/>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3" name="Footer Placeholder 2">
            <a:extLst>
              <a:ext uri="{FF2B5EF4-FFF2-40B4-BE49-F238E27FC236}">
                <a16:creationId xmlns:a16="http://schemas.microsoft.com/office/drawing/2014/main" id="{EF10B9F0-9FF7-B6F5-0215-34CCCB6D4A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47E9E9-1438-1825-A89B-89DA16DE0A20}"/>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40210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35B34-C3CB-DB32-485D-000D37F139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A327AA-70A1-F7F7-F3F4-4EE92CB6D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D037A1-DBB6-39E8-4D32-E853DC8A0A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F4895E-D296-25AD-768B-B313F2F16702}"/>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6" name="Footer Placeholder 5">
            <a:extLst>
              <a:ext uri="{FF2B5EF4-FFF2-40B4-BE49-F238E27FC236}">
                <a16:creationId xmlns:a16="http://schemas.microsoft.com/office/drawing/2014/main" id="{9A1CC345-05BD-9ACB-95F2-90E8411CE6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3E9D1E-6868-E8E4-F131-DEBEF04B26D8}"/>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777061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4DA88-7DDD-FA2C-945B-A44DDA338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70CDF33-C795-26CE-2F7B-41EBA9F14B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48E5A7-76D7-E298-C54B-849AAC7B77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B8446F-35AD-501A-23C7-4CFFE7D545FE}"/>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6" name="Footer Placeholder 5">
            <a:extLst>
              <a:ext uri="{FF2B5EF4-FFF2-40B4-BE49-F238E27FC236}">
                <a16:creationId xmlns:a16="http://schemas.microsoft.com/office/drawing/2014/main" id="{8EB440C1-CD82-138E-5F5C-C7EEE43CA1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69D273-F12E-4D31-CC08-B35736B4F399}"/>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2179288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A052-460D-3450-3FC4-335F70AE39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6CD3FC-ECDC-6749-5C8D-72F83CFA3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442AB4-49F2-B92C-80AA-90AEFE51C9DF}"/>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AD08C1F2-D832-2EAD-6732-40DA4F69D7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0F38EA-EB82-AE88-68EA-B3A230D6E6E7}"/>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4068131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A006E7-DF9D-AD54-9571-E98E3CEB0A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CC929E-24AC-A01E-2362-706B3E8915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B0BB74-FDB6-5A02-E9ED-E112D20FAD32}"/>
              </a:ext>
            </a:extLst>
          </p:cNvPr>
          <p:cNvSpPr>
            <a:spLocks noGrp="1"/>
          </p:cNvSpPr>
          <p:nvPr>
            <p:ph type="dt" sz="half" idx="10"/>
          </p:nvPr>
        </p:nvSpPr>
        <p:spPr/>
        <p:txBody>
          <a:body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6DCD6EFA-21DA-687E-6431-A1D9FF4215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BD5229-FF16-3791-1813-760E1034CE8D}"/>
              </a:ext>
            </a:extLst>
          </p:cNvPr>
          <p:cNvSpPr>
            <a:spLocks noGrp="1"/>
          </p:cNvSpPr>
          <p:nvPr>
            <p:ph type="sldNum" sz="quarter" idx="12"/>
          </p:nvPr>
        </p:nvSpPr>
        <p:spPr/>
        <p:txBody>
          <a:bodyPr/>
          <a:lstStyle/>
          <a:p>
            <a:fld id="{49D5ED01-E5B7-4333-AD7A-A197AEF94956}" type="slidenum">
              <a:rPr lang="en-IN" smtClean="0"/>
              <a:t>‹#›</a:t>
            </a:fld>
            <a:endParaRPr lang="en-IN"/>
          </a:p>
        </p:txBody>
      </p:sp>
    </p:spTree>
    <p:extLst>
      <p:ext uri="{BB962C8B-B14F-4D97-AF65-F5344CB8AC3E}">
        <p14:creationId xmlns:p14="http://schemas.microsoft.com/office/powerpoint/2010/main" val="768545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9DFC11-24DA-9D61-3B0D-9A5061050F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461E7E-BA03-FC9B-603E-AEEAF55168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6A6AD1-1805-4F7E-E606-A711DE4CE4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FAD0A4-4118-4DE9-9D61-45ED67E38013}" type="datetimeFigureOut">
              <a:rPr lang="en-IN" smtClean="0"/>
              <a:t>29-04-2026</a:t>
            </a:fld>
            <a:endParaRPr lang="en-IN"/>
          </a:p>
        </p:txBody>
      </p:sp>
      <p:sp>
        <p:nvSpPr>
          <p:cNvPr id="5" name="Footer Placeholder 4">
            <a:extLst>
              <a:ext uri="{FF2B5EF4-FFF2-40B4-BE49-F238E27FC236}">
                <a16:creationId xmlns:a16="http://schemas.microsoft.com/office/drawing/2014/main" id="{3BB990CD-D6A9-63A0-3B5A-94EEFA762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458399B-AF77-C2F7-E52A-E84CFEEE6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D5ED01-E5B7-4333-AD7A-A197AEF94956}" type="slidenum">
              <a:rPr lang="en-IN" smtClean="0"/>
              <a:t>‹#›</a:t>
            </a:fld>
            <a:endParaRPr lang="en-IN"/>
          </a:p>
        </p:txBody>
      </p:sp>
    </p:spTree>
    <p:extLst>
      <p:ext uri="{BB962C8B-B14F-4D97-AF65-F5344CB8AC3E}">
        <p14:creationId xmlns:p14="http://schemas.microsoft.com/office/powerpoint/2010/main" val="2081210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380AD67-C5CA-4918-B4BB-C359BB03E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C0F6BB-BCAF-D42A-E236-1BD6A9A64F23}"/>
              </a:ext>
            </a:extLst>
          </p:cNvPr>
          <p:cNvSpPr>
            <a:spLocks noGrp="1"/>
          </p:cNvSpPr>
          <p:nvPr>
            <p:ph type="title"/>
          </p:nvPr>
        </p:nvSpPr>
        <p:spPr>
          <a:xfrm>
            <a:off x="5080216" y="1076324"/>
            <a:ext cx="6272784" cy="1535051"/>
          </a:xfrm>
        </p:spPr>
        <p:txBody>
          <a:bodyPr anchor="b">
            <a:normAutofit/>
          </a:bodyPr>
          <a:lstStyle/>
          <a:p>
            <a:r>
              <a:rPr lang="en-US" sz="3600" spc="175" dirty="0"/>
              <a:t> </a:t>
            </a:r>
            <a:r>
              <a:rPr lang="en-US" sz="3600" spc="400" dirty="0"/>
              <a:t>Plant</a:t>
            </a:r>
            <a:r>
              <a:rPr lang="en-US" sz="3600" spc="183" dirty="0"/>
              <a:t> </a:t>
            </a:r>
            <a:r>
              <a:rPr lang="en-US" sz="3600" spc="454" dirty="0"/>
              <a:t>Disease </a:t>
            </a:r>
            <a:r>
              <a:rPr lang="en-US" sz="3600" spc="333" dirty="0"/>
              <a:t>Prediction</a:t>
            </a:r>
            <a:br>
              <a:rPr lang="en-US" sz="3600" spc="504" dirty="0"/>
            </a:br>
            <a:endParaRPr lang="en-IN" sz="3600" dirty="0"/>
          </a:p>
        </p:txBody>
      </p:sp>
      <p:pic>
        <p:nvPicPr>
          <p:cNvPr id="5" name="Picture 4" descr="Seedling growing on a tree trunk">
            <a:extLst>
              <a:ext uri="{FF2B5EF4-FFF2-40B4-BE49-F238E27FC236}">
                <a16:creationId xmlns:a16="http://schemas.microsoft.com/office/drawing/2014/main" id="{D7206B05-3D83-F912-C16E-8CB21D3B1C42}"/>
              </a:ext>
            </a:extLst>
          </p:cNvPr>
          <p:cNvPicPr>
            <a:picLocks noChangeAspect="1"/>
          </p:cNvPicPr>
          <p:nvPr/>
        </p:nvPicPr>
        <p:blipFill>
          <a:blip r:embed="rId2"/>
          <a:srcRect l="28882" r="26610" b="-1"/>
          <a:stretch>
            <a:fillRect/>
          </a:stretch>
        </p:blipFill>
        <p:spPr>
          <a:xfrm>
            <a:off x="20" y="10"/>
            <a:ext cx="4505305" cy="6857990"/>
          </a:xfrm>
          <a:prstGeom prst="rect">
            <a:avLst/>
          </a:prstGeom>
        </p:spPr>
      </p:pic>
      <p:sp>
        <p:nvSpPr>
          <p:cNvPr id="11" name="!!accent">
            <a:extLst>
              <a:ext uri="{FF2B5EF4-FFF2-40B4-BE49-F238E27FC236}">
                <a16:creationId xmlns:a16="http://schemas.microsoft.com/office/drawing/2014/main" id="{EABAD4DA-87BA-4F70-9EF0-45C6BCF17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17960"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15128D9-2797-47FA-B6FE-EC24E6B84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926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AF04726-C7C0-CF10-FFE7-0B56F17E90DC}"/>
              </a:ext>
            </a:extLst>
          </p:cNvPr>
          <p:cNvSpPr>
            <a:spLocks noGrp="1"/>
          </p:cNvSpPr>
          <p:nvPr>
            <p:ph idx="1"/>
          </p:nvPr>
        </p:nvSpPr>
        <p:spPr>
          <a:xfrm>
            <a:off x="5080216" y="3351276"/>
            <a:ext cx="6272784" cy="2825686"/>
          </a:xfrm>
        </p:spPr>
        <p:txBody>
          <a:bodyPr>
            <a:normAutofit/>
          </a:bodyPr>
          <a:lstStyle/>
          <a:p>
            <a:pPr marL="0" indent="0">
              <a:buNone/>
            </a:pPr>
            <a:r>
              <a:rPr lang="en-IN" sz="2200" dirty="0"/>
              <a:t>TEAM</a:t>
            </a:r>
            <a:br>
              <a:rPr lang="en-IN" sz="2200" dirty="0"/>
            </a:br>
            <a:endParaRPr lang="en-IN" sz="2200" dirty="0"/>
          </a:p>
          <a:p>
            <a:pPr marL="0" indent="0">
              <a:buNone/>
            </a:pPr>
            <a:r>
              <a:rPr lang="en-IN" sz="2200" dirty="0"/>
              <a:t>Satrajit Sahu-12529285</a:t>
            </a:r>
          </a:p>
          <a:p>
            <a:pPr marL="0" indent="0">
              <a:buNone/>
            </a:pPr>
            <a:r>
              <a:rPr lang="en-IN" sz="2200" dirty="0"/>
              <a:t>Dany Vikram-12525787</a:t>
            </a:r>
          </a:p>
          <a:p>
            <a:pPr marL="0" indent="0">
              <a:buNone/>
            </a:pPr>
            <a:r>
              <a:rPr lang="en-IN" sz="2200" dirty="0"/>
              <a:t>Avinash - 12529188</a:t>
            </a:r>
          </a:p>
          <a:p>
            <a:pPr marL="0" indent="0">
              <a:buNone/>
            </a:pPr>
            <a:r>
              <a:rPr lang="en-IN" sz="2200" dirty="0"/>
              <a:t>Sai Koti - 12509121</a:t>
            </a:r>
          </a:p>
        </p:txBody>
      </p:sp>
    </p:spTree>
    <p:extLst>
      <p:ext uri="{BB962C8B-B14F-4D97-AF65-F5344CB8AC3E}">
        <p14:creationId xmlns:p14="http://schemas.microsoft.com/office/powerpoint/2010/main" val="3033149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44E337-3E5D-4A1F-A5A1-2057F25B8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A50D69-7CF7-4844-B844-A2B821C77F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854"/>
            <a:ext cx="12192000" cy="6865854"/>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BD255-BB53-E637-0525-A5319389DA34}"/>
              </a:ext>
            </a:extLst>
          </p:cNvPr>
          <p:cNvSpPr>
            <a:spLocks noGrp="1"/>
          </p:cNvSpPr>
          <p:nvPr>
            <p:ph type="title"/>
          </p:nvPr>
        </p:nvSpPr>
        <p:spPr>
          <a:xfrm>
            <a:off x="4277361" y="194252"/>
            <a:ext cx="6781800" cy="1338696"/>
          </a:xfrm>
        </p:spPr>
        <p:txBody>
          <a:bodyPr>
            <a:normAutofit/>
          </a:bodyPr>
          <a:lstStyle/>
          <a:p>
            <a:r>
              <a:rPr lang="en-IN" dirty="0"/>
              <a:t>Introduction</a:t>
            </a:r>
          </a:p>
        </p:txBody>
      </p:sp>
      <p:pic>
        <p:nvPicPr>
          <p:cNvPr id="5" name="Picture 4">
            <a:extLst>
              <a:ext uri="{FF2B5EF4-FFF2-40B4-BE49-F238E27FC236}">
                <a16:creationId xmlns:a16="http://schemas.microsoft.com/office/drawing/2014/main" id="{D81983EC-E3D1-4CD8-979C-6BFFC54F3692}"/>
              </a:ext>
            </a:extLst>
          </p:cNvPr>
          <p:cNvPicPr>
            <a:picLocks noChangeAspect="1"/>
          </p:cNvPicPr>
          <p:nvPr/>
        </p:nvPicPr>
        <p:blipFill>
          <a:blip r:embed="rId2"/>
          <a:srcRect l="44177" r="24889" b="-445"/>
          <a:stretch>
            <a:fillRect/>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
        <p:nvSpPr>
          <p:cNvPr id="3" name="Content Placeholder 2">
            <a:extLst>
              <a:ext uri="{FF2B5EF4-FFF2-40B4-BE49-F238E27FC236}">
                <a16:creationId xmlns:a16="http://schemas.microsoft.com/office/drawing/2014/main" id="{A510DC2B-5971-CC99-CCFC-817A1FDC736D}"/>
              </a:ext>
            </a:extLst>
          </p:cNvPr>
          <p:cNvSpPr>
            <a:spLocks noGrp="1"/>
          </p:cNvSpPr>
          <p:nvPr>
            <p:ph idx="1"/>
          </p:nvPr>
        </p:nvSpPr>
        <p:spPr>
          <a:xfrm>
            <a:off x="4023360" y="1432560"/>
            <a:ext cx="7670800" cy="4907280"/>
          </a:xfrm>
        </p:spPr>
        <p:txBody>
          <a:bodyPr anchor="t">
            <a:normAutofit lnSpcReduction="10000"/>
          </a:bodyPr>
          <a:lstStyle/>
          <a:p>
            <a:r>
              <a:rPr lang="en-US" sz="2400" dirty="0">
                <a:latin typeface="Times New Roman" panose="02020603050405020304" pitchFamily="18" charset="0"/>
                <a:cs typeface="Times New Roman" panose="02020603050405020304" pitchFamily="18" charset="0"/>
              </a:rPr>
              <a:t>Importance of agriculture </a:t>
            </a:r>
          </a:p>
          <a:p>
            <a:r>
              <a:rPr lang="en-US" sz="2400" dirty="0">
                <a:latin typeface="Times New Roman" panose="02020603050405020304" pitchFamily="18" charset="0"/>
                <a:cs typeface="Times New Roman" panose="02020603050405020304" pitchFamily="18" charset="0"/>
              </a:rPr>
              <a:t>Role in economy </a:t>
            </a:r>
          </a:p>
          <a:p>
            <a:r>
              <a:rPr lang="en-US" sz="2400" dirty="0">
                <a:latin typeface="Times New Roman" panose="02020603050405020304" pitchFamily="18" charset="0"/>
                <a:cs typeface="Times New Roman" panose="02020603050405020304" pitchFamily="18" charset="0"/>
              </a:rPr>
              <a:t>Impact of diseases </a:t>
            </a:r>
          </a:p>
          <a:p>
            <a:pPr marL="0" indent="0">
              <a:buNone/>
            </a:pPr>
            <a:r>
              <a:rPr lang="en-US" sz="2400" b="1" dirty="0">
                <a:latin typeface="Times New Roman" panose="02020603050405020304" pitchFamily="18" charset="0"/>
                <a:cs typeface="Times New Roman" panose="02020603050405020304" pitchFamily="18" charset="0"/>
              </a:rPr>
              <a:t>Description: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Agriculture plays a very important role in our daily lives as it provides food and employment. In countries like India, many people depend on farming for their livelihood. However, plant diseases are a major problem that affects crop production. These diseases reduce both the quality and quantity of crops. Farmers often struggle to identify diseases early, which leads to losses. With the help of new technologies like artificial intelligence, we can improve the process of disease detection and support farmers in increasing their productivity.</a:t>
            </a:r>
          </a:p>
          <a:p>
            <a:endParaRPr lang="en-IN" sz="1700" dirty="0"/>
          </a:p>
        </p:txBody>
      </p:sp>
    </p:spTree>
    <p:extLst>
      <p:ext uri="{BB962C8B-B14F-4D97-AF65-F5344CB8AC3E}">
        <p14:creationId xmlns:p14="http://schemas.microsoft.com/office/powerpoint/2010/main" val="1251614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10650BA-D090-4A23-98E3-B48BBAEA9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ropped hand watering the plant">
            <a:extLst>
              <a:ext uri="{FF2B5EF4-FFF2-40B4-BE49-F238E27FC236}">
                <a16:creationId xmlns:a16="http://schemas.microsoft.com/office/drawing/2014/main" id="{6B626144-1D35-28D5-2EAB-B1424244D252}"/>
              </a:ext>
            </a:extLst>
          </p:cNvPr>
          <p:cNvPicPr>
            <a:picLocks noChangeAspect="1"/>
          </p:cNvPicPr>
          <p:nvPr/>
        </p:nvPicPr>
        <p:blipFill>
          <a:blip r:embed="rId2"/>
          <a:srcRect l="36752" r="6283" b="-2"/>
          <a:stretch>
            <a:fillRect/>
          </a:stretch>
        </p:blipFill>
        <p:spPr>
          <a:xfrm>
            <a:off x="-9527" y="3725"/>
            <a:ext cx="5846165" cy="6850548"/>
          </a:xfrm>
          <a:prstGeom prst="rect">
            <a:avLst/>
          </a:prstGeom>
        </p:spPr>
      </p:pic>
      <p:grpSp>
        <p:nvGrpSpPr>
          <p:cNvPr id="18" name="Group 17">
            <a:extLst>
              <a:ext uri="{FF2B5EF4-FFF2-40B4-BE49-F238E27FC236}">
                <a16:creationId xmlns:a16="http://schemas.microsoft.com/office/drawing/2014/main" id="{FFB939B9-73CE-4644-87BB-72AEBF001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27" y="-6558"/>
            <a:ext cx="6254832" cy="6874766"/>
            <a:chOff x="-9149" y="3725"/>
            <a:chExt cx="6254832" cy="6887203"/>
          </a:xfrm>
        </p:grpSpPr>
        <p:sp>
          <p:nvSpPr>
            <p:cNvPr id="19" name="Freeform: Shape 18">
              <a:extLst>
                <a:ext uri="{FF2B5EF4-FFF2-40B4-BE49-F238E27FC236}">
                  <a16:creationId xmlns:a16="http://schemas.microsoft.com/office/drawing/2014/main" id="{15F2A0CF-7879-4629-AC2B-4069D77A3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8645"/>
              <a:ext cx="5933139" cy="6387893"/>
            </a:xfrm>
            <a:custGeom>
              <a:avLst/>
              <a:gdLst>
                <a:gd name="connsiteX0" fmla="*/ 5852909 w 5933139"/>
                <a:gd name="connsiteY0" fmla="*/ 2469528 h 6335678"/>
                <a:gd name="connsiteX1" fmla="*/ 5830799 w 5933139"/>
                <a:gd name="connsiteY1" fmla="*/ 2394015 h 6335678"/>
                <a:gd name="connsiteX2" fmla="*/ 5805878 w 5933139"/>
                <a:gd name="connsiteY2" fmla="*/ 2319439 h 6335678"/>
                <a:gd name="connsiteX3" fmla="*/ 5778708 w 5933139"/>
                <a:gd name="connsiteY3" fmla="*/ 2245800 h 6335678"/>
                <a:gd name="connsiteX4" fmla="*/ 5652978 w 5933139"/>
                <a:gd name="connsiteY4" fmla="*/ 1959675 h 6335678"/>
                <a:gd name="connsiteX5" fmla="*/ 5327691 w 5933139"/>
                <a:gd name="connsiteY5" fmla="*/ 1432958 h 6335678"/>
                <a:gd name="connsiteX6" fmla="*/ 4921458 w 5933139"/>
                <a:gd name="connsiteY6" fmla="*/ 973322 h 6335678"/>
                <a:gd name="connsiteX7" fmla="*/ 4450018 w 5933139"/>
                <a:gd name="connsiteY7" fmla="*/ 586764 h 6335678"/>
                <a:gd name="connsiteX8" fmla="*/ 4193311 w 5933139"/>
                <a:gd name="connsiteY8" fmla="*/ 423558 h 6335678"/>
                <a:gd name="connsiteX9" fmla="*/ 3924237 w 5933139"/>
                <a:gd name="connsiteY9" fmla="*/ 281901 h 6335678"/>
                <a:gd name="connsiteX10" fmla="*/ 3352175 w 5933139"/>
                <a:gd name="connsiteY10" fmla="*/ 75786 h 6335678"/>
                <a:gd name="connsiteX11" fmla="*/ 3051997 w 5933139"/>
                <a:gd name="connsiteY11" fmla="*/ 19011 h 6335678"/>
                <a:gd name="connsiteX12" fmla="*/ 2745823 w 5933139"/>
                <a:gd name="connsiteY12" fmla="*/ 86 h 6335678"/>
                <a:gd name="connsiteX13" fmla="*/ 2141720 w 5933139"/>
                <a:gd name="connsiteY13" fmla="*/ 55550 h 6335678"/>
                <a:gd name="connsiteX14" fmla="*/ 1551295 w 5933139"/>
                <a:gd name="connsiteY14" fmla="*/ 216319 h 6335678"/>
                <a:gd name="connsiteX15" fmla="*/ 1001718 w 5933139"/>
                <a:gd name="connsiteY15" fmla="*/ 498134 h 6335678"/>
                <a:gd name="connsiteX16" fmla="*/ 754755 w 5933139"/>
                <a:gd name="connsiteY16" fmla="*/ 685886 h 6335678"/>
                <a:gd name="connsiteX17" fmla="*/ 533462 w 5933139"/>
                <a:gd name="connsiteY17" fmla="*/ 903056 h 6335678"/>
                <a:gd name="connsiteX18" fmla="*/ 0 w 5933139"/>
                <a:gd name="connsiteY18" fmla="*/ 1646568 h 6335678"/>
                <a:gd name="connsiteX19" fmla="*/ 0 w 5933139"/>
                <a:gd name="connsiteY19" fmla="*/ 4709059 h 6335678"/>
                <a:gd name="connsiteX20" fmla="*/ 120671 w 5933139"/>
                <a:gd name="connsiteY20" fmla="*/ 4907491 h 6335678"/>
                <a:gd name="connsiteX21" fmla="*/ 507979 w 5933139"/>
                <a:gd name="connsiteY21" fmla="*/ 5384178 h 6335678"/>
                <a:gd name="connsiteX22" fmla="*/ 972112 w 5933139"/>
                <a:gd name="connsiteY22" fmla="*/ 5778607 h 6335678"/>
                <a:gd name="connsiteX23" fmla="*/ 1229943 w 5933139"/>
                <a:gd name="connsiteY23" fmla="*/ 5939939 h 6335678"/>
                <a:gd name="connsiteX24" fmla="*/ 1502389 w 5933139"/>
                <a:gd name="connsiteY24" fmla="*/ 6073913 h 6335678"/>
                <a:gd name="connsiteX25" fmla="*/ 2673870 w 5933139"/>
                <a:gd name="connsiteY25" fmla="*/ 6333993 h 6335678"/>
                <a:gd name="connsiteX26" fmla="*/ 2749196 w 5933139"/>
                <a:gd name="connsiteY26" fmla="*/ 6335679 h 6335678"/>
                <a:gd name="connsiteX27" fmla="*/ 2787983 w 5933139"/>
                <a:gd name="connsiteY27" fmla="*/ 6335492 h 6335678"/>
                <a:gd name="connsiteX28" fmla="*/ 2826770 w 5933139"/>
                <a:gd name="connsiteY28" fmla="*/ 6334368 h 6335678"/>
                <a:gd name="connsiteX29" fmla="*/ 2981918 w 5933139"/>
                <a:gd name="connsiteY29" fmla="*/ 6319939 h 6335678"/>
                <a:gd name="connsiteX30" fmla="*/ 3285282 w 5933139"/>
                <a:gd name="connsiteY30" fmla="*/ 6241803 h 6335678"/>
                <a:gd name="connsiteX31" fmla="*/ 3566347 w 5933139"/>
                <a:gd name="connsiteY31" fmla="*/ 6104831 h 6335678"/>
                <a:gd name="connsiteX32" fmla="*/ 3818369 w 5933139"/>
                <a:gd name="connsiteY32" fmla="*/ 5926823 h 6335678"/>
                <a:gd name="connsiteX33" fmla="*/ 4044908 w 5933139"/>
                <a:gd name="connsiteY33" fmla="*/ 5726329 h 6335678"/>
                <a:gd name="connsiteX34" fmla="*/ 4151151 w 5933139"/>
                <a:gd name="connsiteY34" fmla="*/ 5622147 h 6335678"/>
                <a:gd name="connsiteX35" fmla="*/ 4253834 w 5933139"/>
                <a:gd name="connsiteY35" fmla="*/ 5516841 h 6335678"/>
                <a:gd name="connsiteX36" fmla="*/ 4452453 w 5933139"/>
                <a:gd name="connsiteY36" fmla="*/ 5306979 h 6335678"/>
                <a:gd name="connsiteX37" fmla="*/ 4548578 w 5933139"/>
                <a:gd name="connsiteY37" fmla="*/ 5202797 h 6335678"/>
                <a:gd name="connsiteX38" fmla="*/ 4596546 w 5933139"/>
                <a:gd name="connsiteY38" fmla="*/ 5151456 h 6335678"/>
                <a:gd name="connsiteX39" fmla="*/ 4643016 w 5933139"/>
                <a:gd name="connsiteY39" fmla="*/ 5103300 h 6335678"/>
                <a:gd name="connsiteX40" fmla="*/ 4739515 w 5933139"/>
                <a:gd name="connsiteY40" fmla="*/ 5013172 h 6335678"/>
                <a:gd name="connsiteX41" fmla="*/ 4842198 w 5933139"/>
                <a:gd name="connsiteY41" fmla="*/ 4930164 h 6335678"/>
                <a:gd name="connsiteX42" fmla="*/ 5071360 w 5933139"/>
                <a:gd name="connsiteY42" fmla="*/ 4780449 h 6335678"/>
                <a:gd name="connsiteX43" fmla="*/ 5332001 w 5933139"/>
                <a:gd name="connsiteY43" fmla="*/ 4615932 h 6335678"/>
                <a:gd name="connsiteX44" fmla="*/ 5397396 w 5933139"/>
                <a:gd name="connsiteY44" fmla="*/ 4563655 h 6335678"/>
                <a:gd name="connsiteX45" fmla="*/ 5459417 w 5933139"/>
                <a:gd name="connsiteY45" fmla="*/ 4505380 h 6335678"/>
                <a:gd name="connsiteX46" fmla="*/ 5567159 w 5933139"/>
                <a:gd name="connsiteY46" fmla="*/ 4374029 h 6335678"/>
                <a:gd name="connsiteX47" fmla="*/ 5651292 w 5933139"/>
                <a:gd name="connsiteY47" fmla="*/ 4231810 h 6335678"/>
                <a:gd name="connsiteX48" fmla="*/ 5716686 w 5933139"/>
                <a:gd name="connsiteY48" fmla="*/ 4085655 h 6335678"/>
                <a:gd name="connsiteX49" fmla="*/ 5820681 w 5933139"/>
                <a:gd name="connsiteY49" fmla="*/ 3791848 h 6335678"/>
                <a:gd name="connsiteX50" fmla="*/ 5898629 w 5933139"/>
                <a:gd name="connsiteY50" fmla="*/ 3487922 h 6335678"/>
                <a:gd name="connsiteX51" fmla="*/ 5932170 w 5933139"/>
                <a:gd name="connsiteY51" fmla="*/ 3174066 h 6335678"/>
                <a:gd name="connsiteX52" fmla="*/ 5872209 w 5933139"/>
                <a:gd name="connsiteY52" fmla="*/ 2545978 h 6335678"/>
                <a:gd name="connsiteX53" fmla="*/ 5852909 w 5933139"/>
                <a:gd name="connsiteY53" fmla="*/ 2469528 h 6335678"/>
                <a:gd name="connsiteX54" fmla="*/ 5507386 w 5933139"/>
                <a:gd name="connsiteY54" fmla="*/ 3724580 h 6335678"/>
                <a:gd name="connsiteX55" fmla="*/ 5453609 w 5933139"/>
                <a:gd name="connsiteY55" fmla="*/ 3989906 h 6335678"/>
                <a:gd name="connsiteX56" fmla="*/ 5344181 w 5933139"/>
                <a:gd name="connsiteY56" fmla="*/ 4220380 h 6335678"/>
                <a:gd name="connsiteX57" fmla="*/ 5171419 w 5933139"/>
                <a:gd name="connsiteY57" fmla="*/ 4388644 h 6335678"/>
                <a:gd name="connsiteX58" fmla="*/ 5057868 w 5933139"/>
                <a:gd name="connsiteY58" fmla="*/ 4453851 h 6335678"/>
                <a:gd name="connsiteX59" fmla="*/ 4930265 w 5933139"/>
                <a:gd name="connsiteY59" fmla="*/ 4516810 h 6335678"/>
                <a:gd name="connsiteX60" fmla="*/ 4660067 w 5933139"/>
                <a:gd name="connsiteY60" fmla="*/ 4664276 h 6335678"/>
                <a:gd name="connsiteX61" fmla="*/ 4408794 w 5933139"/>
                <a:gd name="connsiteY61" fmla="*/ 4857836 h 6335678"/>
                <a:gd name="connsiteX62" fmla="*/ 4352207 w 5933139"/>
                <a:gd name="connsiteY62" fmla="*/ 4911988 h 6335678"/>
                <a:gd name="connsiteX63" fmla="*/ 4299366 w 5933139"/>
                <a:gd name="connsiteY63" fmla="*/ 4965390 h 6335678"/>
                <a:gd name="connsiteX64" fmla="*/ 4197621 w 5933139"/>
                <a:gd name="connsiteY64" fmla="*/ 5074257 h 6335678"/>
                <a:gd name="connsiteX65" fmla="*/ 4008744 w 5933139"/>
                <a:gd name="connsiteY65" fmla="*/ 5297985 h 6335678"/>
                <a:gd name="connsiteX66" fmla="*/ 3917304 w 5933139"/>
                <a:gd name="connsiteY66" fmla="*/ 5409100 h 6335678"/>
                <a:gd name="connsiteX67" fmla="*/ 3826052 w 5933139"/>
                <a:gd name="connsiteY67" fmla="*/ 5518153 h 6335678"/>
                <a:gd name="connsiteX68" fmla="*/ 3637925 w 5933139"/>
                <a:gd name="connsiteY68" fmla="*/ 5725017 h 6335678"/>
                <a:gd name="connsiteX69" fmla="*/ 3433497 w 5933139"/>
                <a:gd name="connsiteY69" fmla="*/ 5906586 h 6335678"/>
                <a:gd name="connsiteX70" fmla="*/ 3204522 w 5933139"/>
                <a:gd name="connsiteY70" fmla="*/ 6046744 h 6335678"/>
                <a:gd name="connsiteX71" fmla="*/ 2950439 w 5933139"/>
                <a:gd name="connsiteY71" fmla="*/ 6129190 h 6335678"/>
                <a:gd name="connsiteX72" fmla="*/ 2816839 w 5933139"/>
                <a:gd name="connsiteY72" fmla="*/ 6146428 h 6335678"/>
                <a:gd name="connsiteX73" fmla="*/ 2749009 w 5933139"/>
                <a:gd name="connsiteY73" fmla="*/ 6149051 h 6335678"/>
                <a:gd name="connsiteX74" fmla="*/ 2678930 w 5933139"/>
                <a:gd name="connsiteY74" fmla="*/ 6148677 h 6335678"/>
                <a:gd name="connsiteX75" fmla="*/ 2125793 w 5933139"/>
                <a:gd name="connsiteY75" fmla="*/ 6065481 h 6335678"/>
                <a:gd name="connsiteX76" fmla="*/ 1610506 w 5933139"/>
                <a:gd name="connsiteY76" fmla="*/ 5851310 h 6335678"/>
                <a:gd name="connsiteX77" fmla="*/ 1373099 w 5933139"/>
                <a:gd name="connsiteY77" fmla="*/ 5706279 h 6335678"/>
                <a:gd name="connsiteX78" fmla="*/ 1315949 w 5933139"/>
                <a:gd name="connsiteY78" fmla="*/ 5666743 h 6335678"/>
                <a:gd name="connsiteX79" fmla="*/ 1259923 w 5933139"/>
                <a:gd name="connsiteY79" fmla="*/ 5625894 h 6335678"/>
                <a:gd name="connsiteX80" fmla="*/ 1204647 w 5933139"/>
                <a:gd name="connsiteY80" fmla="*/ 5583922 h 6335678"/>
                <a:gd name="connsiteX81" fmla="*/ 1150308 w 5933139"/>
                <a:gd name="connsiteY81" fmla="*/ 5540826 h 6335678"/>
                <a:gd name="connsiteX82" fmla="*/ 751569 w 5933139"/>
                <a:gd name="connsiteY82" fmla="*/ 5158015 h 6335678"/>
                <a:gd name="connsiteX83" fmla="*/ 663315 w 5933139"/>
                <a:gd name="connsiteY83" fmla="*/ 5052146 h 6335678"/>
                <a:gd name="connsiteX84" fmla="*/ 580869 w 5933139"/>
                <a:gd name="connsiteY84" fmla="*/ 4942718 h 6335678"/>
                <a:gd name="connsiteX85" fmla="*/ 432279 w 5933139"/>
                <a:gd name="connsiteY85" fmla="*/ 4713369 h 6335678"/>
                <a:gd name="connsiteX86" fmla="*/ 205553 w 5933139"/>
                <a:gd name="connsiteY86" fmla="*/ 4219443 h 6335678"/>
                <a:gd name="connsiteX87" fmla="*/ 79448 w 5933139"/>
                <a:gd name="connsiteY87" fmla="*/ 3693850 h 6335678"/>
                <a:gd name="connsiteX88" fmla="*/ 53590 w 5933139"/>
                <a:gd name="connsiteY88" fmla="*/ 3425339 h 6335678"/>
                <a:gd name="connsiteX89" fmla="*/ 49655 w 5933139"/>
                <a:gd name="connsiteY89" fmla="*/ 3155890 h 6335678"/>
                <a:gd name="connsiteX90" fmla="*/ 67830 w 5933139"/>
                <a:gd name="connsiteY90" fmla="*/ 2886817 h 6335678"/>
                <a:gd name="connsiteX91" fmla="*/ 108679 w 5933139"/>
                <a:gd name="connsiteY91" fmla="*/ 2619992 h 6335678"/>
                <a:gd name="connsiteX92" fmla="*/ 263077 w 5933139"/>
                <a:gd name="connsiteY92" fmla="*/ 2101520 h 6335678"/>
                <a:gd name="connsiteX93" fmla="*/ 837575 w 5933139"/>
                <a:gd name="connsiteY93" fmla="*/ 1186370 h 6335678"/>
                <a:gd name="connsiteX94" fmla="*/ 1031698 w 5933139"/>
                <a:gd name="connsiteY94" fmla="*/ 996932 h 6335678"/>
                <a:gd name="connsiteX95" fmla="*/ 1236688 w 5933139"/>
                <a:gd name="connsiteY95" fmla="*/ 819298 h 6335678"/>
                <a:gd name="connsiteX96" fmla="*/ 1687143 w 5933139"/>
                <a:gd name="connsiteY96" fmla="*/ 511438 h 6335678"/>
                <a:gd name="connsiteX97" fmla="*/ 2196246 w 5933139"/>
                <a:gd name="connsiteY97" fmla="*/ 300639 h 6335678"/>
                <a:gd name="connsiteX98" fmla="*/ 2745823 w 5933139"/>
                <a:gd name="connsiteY98" fmla="*/ 229248 h 6335678"/>
                <a:gd name="connsiteX99" fmla="*/ 3019206 w 5933139"/>
                <a:gd name="connsiteY99" fmla="*/ 252108 h 6335678"/>
                <a:gd name="connsiteX100" fmla="*/ 3288092 w 5933139"/>
                <a:gd name="connsiteY100" fmla="*/ 313006 h 6335678"/>
                <a:gd name="connsiteX101" fmla="*/ 3548172 w 5933139"/>
                <a:gd name="connsiteY101" fmla="*/ 407069 h 6335678"/>
                <a:gd name="connsiteX102" fmla="*/ 3611505 w 5933139"/>
                <a:gd name="connsiteY102" fmla="*/ 435176 h 6335678"/>
                <a:gd name="connsiteX103" fmla="*/ 3674089 w 5933139"/>
                <a:gd name="connsiteY103" fmla="*/ 464968 h 6335678"/>
                <a:gd name="connsiteX104" fmla="*/ 3735736 w 5933139"/>
                <a:gd name="connsiteY104" fmla="*/ 496823 h 6335678"/>
                <a:gd name="connsiteX105" fmla="*/ 3796634 w 5933139"/>
                <a:gd name="connsiteY105" fmla="*/ 530176 h 6335678"/>
                <a:gd name="connsiteX106" fmla="*/ 4251585 w 5933139"/>
                <a:gd name="connsiteY106" fmla="*/ 847405 h 6335678"/>
                <a:gd name="connsiteX107" fmla="*/ 4644515 w 5933139"/>
                <a:gd name="connsiteY107" fmla="*/ 1236775 h 6335678"/>
                <a:gd name="connsiteX108" fmla="*/ 4816527 w 5933139"/>
                <a:gd name="connsiteY108" fmla="*/ 1451883 h 6335678"/>
                <a:gd name="connsiteX109" fmla="*/ 4970738 w 5933139"/>
                <a:gd name="connsiteY109" fmla="*/ 1678610 h 6335678"/>
                <a:gd name="connsiteX110" fmla="*/ 5223885 w 5933139"/>
                <a:gd name="connsiteY110" fmla="*/ 2159232 h 6335678"/>
                <a:gd name="connsiteX111" fmla="*/ 5395709 w 5933139"/>
                <a:gd name="connsiteY111" fmla="*/ 2666087 h 6335678"/>
                <a:gd name="connsiteX112" fmla="*/ 5458855 w 5933139"/>
                <a:gd name="connsiteY112" fmla="*/ 2924292 h 6335678"/>
                <a:gd name="connsiteX113" fmla="*/ 5499142 w 5933139"/>
                <a:gd name="connsiteY113" fmla="*/ 3186995 h 6335678"/>
                <a:gd name="connsiteX114" fmla="*/ 5516755 w 5933139"/>
                <a:gd name="connsiteY114" fmla="*/ 3454007 h 6335678"/>
                <a:gd name="connsiteX115" fmla="*/ 5507386 w 5933139"/>
                <a:gd name="connsiteY115" fmla="*/ 3724580 h 63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933139" h="6335678">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bg1">
                <a:alpha val="30000"/>
              </a:schemeClr>
            </a:solidFill>
            <a:ln w="18736"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7E50BFD-51AC-4ACE-820C-A285E6672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41478"/>
              <a:ext cx="5953893" cy="6434152"/>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317011 w 5953893"/>
                <a:gd name="connsiteY8" fmla="*/ 3797009 h 6434152"/>
                <a:gd name="connsiteX9" fmla="*/ 5176478 w 5953893"/>
                <a:gd name="connsiteY9" fmla="*/ 4100747 h 6434152"/>
                <a:gd name="connsiteX10" fmla="*/ 4942257 w 5953893"/>
                <a:gd name="connsiteY10" fmla="*/ 4250274 h 6434152"/>
                <a:gd name="connsiteX11" fmla="*/ 4216171 w 5953893"/>
                <a:gd name="connsiteY11" fmla="*/ 4773243 h 6434152"/>
                <a:gd name="connsiteX12" fmla="*/ 3905125 w 5953893"/>
                <a:gd name="connsiteY12" fmla="*/ 5105837 h 6434152"/>
                <a:gd name="connsiteX13" fmla="*/ 3308329 w 5953893"/>
                <a:gd name="connsiteY13" fmla="*/ 5682022 h 6434152"/>
                <a:gd name="connsiteX14" fmla="*/ 2739452 w 5953893"/>
                <a:gd name="connsiteY14" fmla="*/ 5870898 h 6434152"/>
                <a:gd name="connsiteX15" fmla="*/ 1647419 w 5953893"/>
                <a:gd name="connsiteY15" fmla="*/ 5625809 h 6434152"/>
                <a:gd name="connsiteX16" fmla="*/ 781175 w 5953893"/>
                <a:gd name="connsiteY16" fmla="*/ 4960620 h 6434152"/>
                <a:gd name="connsiteX17" fmla="*/ 312545 w 5953893"/>
                <a:gd name="connsiteY17" fmla="*/ 4165205 h 6434152"/>
                <a:gd name="connsiteX18" fmla="*/ 142032 w 5953893"/>
                <a:gd name="connsiteY18" fmla="*/ 3217451 h 6434152"/>
                <a:gd name="connsiteX19" fmla="*/ 347210 w 5953893"/>
                <a:gd name="connsiteY19" fmla="*/ 2181444 h 6434152"/>
                <a:gd name="connsiteX20" fmla="*/ 906155 w 5953893"/>
                <a:gd name="connsiteY20" fmla="*/ 1337497 h 6434152"/>
                <a:gd name="connsiteX21" fmla="*/ 2739265 w 5953893"/>
                <a:gd name="connsiteY21" fmla="*/ 563818 h 6434152"/>
                <a:gd name="connsiteX22" fmla="*/ 3849849 w 5953893"/>
                <a:gd name="connsiteY22" fmla="*/ 881796 h 6434152"/>
                <a:gd name="connsiteX23" fmla="*/ 4834515 w 5953893"/>
                <a:gd name="connsiteY23" fmla="*/ 1742419 h 6434152"/>
                <a:gd name="connsiteX24" fmla="*/ 5325256 w 5953893"/>
                <a:gd name="connsiteY24" fmla="*/ 2742076 h 6434152"/>
                <a:gd name="connsiteX25" fmla="*/ 5317011 w 5953893"/>
                <a:gd name="connsiteY25" fmla="*/ 3797009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bg1">
                <a:alpha val="30000"/>
              </a:schemeClr>
            </a:solidFill>
            <a:ln w="18736"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0394888-C50F-41C1-92D4-0E2B4315A8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31462"/>
              <a:ext cx="5953893" cy="6444167"/>
            </a:xfrm>
            <a:custGeom>
              <a:avLst/>
              <a:gdLst>
                <a:gd name="connsiteX0" fmla="*/ 2739452 w 5953893"/>
                <a:gd name="connsiteY0" fmla="*/ 0 h 6434152"/>
                <a:gd name="connsiteX1" fmla="*/ 0 w 5953893"/>
                <a:gd name="connsiteY1" fmla="*/ 1610693 h 6434152"/>
                <a:gd name="connsiteX2" fmla="*/ 0 w 5953893"/>
                <a:gd name="connsiteY2" fmla="*/ 4823273 h 6434152"/>
                <a:gd name="connsiteX3" fmla="*/ 352456 w 5953893"/>
                <a:gd name="connsiteY3" fmla="*/ 5326193 h 6434152"/>
                <a:gd name="connsiteX4" fmla="*/ 2739452 w 5953893"/>
                <a:gd name="connsiteY4" fmla="*/ 6434153 h 6434152"/>
                <a:gd name="connsiteX5" fmla="*/ 4618282 w 5953893"/>
                <a:gd name="connsiteY5" fmla="*/ 5167859 h 6434152"/>
                <a:gd name="connsiteX6" fmla="*/ 5860029 w 5953893"/>
                <a:gd name="connsiteY6" fmla="*/ 3948409 h 6434152"/>
                <a:gd name="connsiteX7" fmla="*/ 2739452 w 5953893"/>
                <a:gd name="connsiteY7" fmla="*/ 0 h 6434152"/>
                <a:gd name="connsiteX8" fmla="*/ 5208520 w 5953893"/>
                <a:gd name="connsiteY8" fmla="*/ 3766654 h 6434152"/>
                <a:gd name="connsiteX9" fmla="*/ 5094782 w 5953893"/>
                <a:gd name="connsiteY9" fmla="*/ 4022985 h 6434152"/>
                <a:gd name="connsiteX10" fmla="*/ 4888855 w 5953893"/>
                <a:gd name="connsiteY10" fmla="*/ 4150777 h 6434152"/>
                <a:gd name="connsiteX11" fmla="*/ 4135411 w 5953893"/>
                <a:gd name="connsiteY11" fmla="*/ 4694170 h 6434152"/>
                <a:gd name="connsiteX12" fmla="*/ 3821555 w 5953893"/>
                <a:gd name="connsiteY12" fmla="*/ 5029762 h 6434152"/>
                <a:gd name="connsiteX13" fmla="*/ 2739265 w 5953893"/>
                <a:gd name="connsiteY13" fmla="*/ 5758097 h 6434152"/>
                <a:gd name="connsiteX14" fmla="*/ 1695575 w 5953893"/>
                <a:gd name="connsiteY14" fmla="*/ 5523876 h 6434152"/>
                <a:gd name="connsiteX15" fmla="*/ 866619 w 5953893"/>
                <a:gd name="connsiteY15" fmla="*/ 4887356 h 6434152"/>
                <a:gd name="connsiteX16" fmla="*/ 417851 w 5953893"/>
                <a:gd name="connsiteY16" fmla="*/ 4125481 h 6434152"/>
                <a:gd name="connsiteX17" fmla="*/ 254645 w 5953893"/>
                <a:gd name="connsiteY17" fmla="*/ 3217264 h 6434152"/>
                <a:gd name="connsiteX18" fmla="*/ 451204 w 5953893"/>
                <a:gd name="connsiteY18" fmla="*/ 2224540 h 6434152"/>
                <a:gd name="connsiteX19" fmla="*/ 986540 w 5953893"/>
                <a:gd name="connsiteY19" fmla="*/ 1416383 h 6434152"/>
                <a:gd name="connsiteX20" fmla="*/ 2739452 w 5953893"/>
                <a:gd name="connsiteY20" fmla="*/ 676244 h 6434152"/>
                <a:gd name="connsiteX21" fmla="*/ 3794947 w 5953893"/>
                <a:gd name="connsiteY21" fmla="*/ 979795 h 6434152"/>
                <a:gd name="connsiteX22" fmla="*/ 4744762 w 5953893"/>
                <a:gd name="connsiteY22" fmla="*/ 1810250 h 6434152"/>
                <a:gd name="connsiteX23" fmla="*/ 5215827 w 5953893"/>
                <a:gd name="connsiteY23" fmla="*/ 2768871 h 6434152"/>
                <a:gd name="connsiteX24" fmla="*/ 5208520 w 5953893"/>
                <a:gd name="connsiteY24" fmla="*/ 3766654 h 643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953893" h="6434152">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bg1">
                <a:alpha val="30000"/>
              </a:schemeClr>
            </a:solidFill>
            <a:ln w="18736" cap="flat">
              <a:noFill/>
              <a:prstDash val="solid"/>
              <a:miter/>
            </a:ln>
          </p:spPr>
          <p:txBody>
            <a:bodyPr rtlCol="0" anchor="ctr"/>
            <a:lstStyle/>
            <a:p>
              <a:endParaRPr lang="en-US" dirty="0"/>
            </a:p>
          </p:txBody>
        </p:sp>
        <p:sp useBgFill="1">
          <p:nvSpPr>
            <p:cNvPr id="22" name="Freeform: Shape 21">
              <a:extLst>
                <a:ext uri="{FF2B5EF4-FFF2-40B4-BE49-F238E27FC236}">
                  <a16:creationId xmlns:a16="http://schemas.microsoft.com/office/drawing/2014/main" id="{F22C906F-48B7-4ABF-B36E-0C0A056A5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3725"/>
              <a:ext cx="5855313" cy="6880645"/>
            </a:xfrm>
            <a:custGeom>
              <a:avLst/>
              <a:gdLst>
                <a:gd name="connsiteX0" fmla="*/ 5855313 w 5855313"/>
                <a:gd name="connsiteY0" fmla="*/ 4717843 h 6880645"/>
                <a:gd name="connsiteX1" fmla="*/ 5855313 w 5855313"/>
                <a:gd name="connsiteY1" fmla="*/ 6880645 h 6880645"/>
                <a:gd name="connsiteX2" fmla="*/ 0 w 5855313"/>
                <a:gd name="connsiteY2" fmla="*/ 6880645 h 6880645"/>
                <a:gd name="connsiteX3" fmla="*/ 0 w 5855313"/>
                <a:gd name="connsiteY3" fmla="*/ 5268859 h 6880645"/>
                <a:gd name="connsiteX4" fmla="*/ 36130 w 5855313"/>
                <a:gd name="connsiteY4" fmla="*/ 5327430 h 6880645"/>
                <a:gd name="connsiteX5" fmla="*/ 2782721 w 5855313"/>
                <a:gd name="connsiteY5" fmla="*/ 6765687 h 6880645"/>
                <a:gd name="connsiteX6" fmla="*/ 5834702 w 5855313"/>
                <a:gd name="connsiteY6" fmla="*/ 4773305 h 6880645"/>
                <a:gd name="connsiteX7" fmla="*/ 9148 w 5855313"/>
                <a:gd name="connsiteY7" fmla="*/ 0 h 6880645"/>
                <a:gd name="connsiteX8" fmla="*/ 5855312 w 5855313"/>
                <a:gd name="connsiteY8" fmla="*/ 0 h 6880645"/>
                <a:gd name="connsiteX9" fmla="*/ 5855312 w 5855313"/>
                <a:gd name="connsiteY9" fmla="*/ 96759 h 6880645"/>
                <a:gd name="connsiteX10" fmla="*/ 5855313 w 5855313"/>
                <a:gd name="connsiteY10" fmla="*/ 96759 h 6880645"/>
                <a:gd name="connsiteX11" fmla="*/ 5855313 w 5855313"/>
                <a:gd name="connsiteY11" fmla="*/ 2289203 h 6880645"/>
                <a:gd name="connsiteX12" fmla="*/ 5834702 w 5855313"/>
                <a:gd name="connsiteY12" fmla="*/ 2233742 h 6880645"/>
                <a:gd name="connsiteX13" fmla="*/ 2782721 w 5855313"/>
                <a:gd name="connsiteY13" fmla="*/ 241359 h 6880645"/>
                <a:gd name="connsiteX14" fmla="*/ 36130 w 5855313"/>
                <a:gd name="connsiteY14" fmla="*/ 1679616 h 6880645"/>
                <a:gd name="connsiteX15" fmla="*/ 0 w 5855313"/>
                <a:gd name="connsiteY15" fmla="*/ 1738187 h 6880645"/>
                <a:gd name="connsiteX16" fmla="*/ 0 w 5855313"/>
                <a:gd name="connsiteY16" fmla="*/ 96759 h 6880645"/>
                <a:gd name="connsiteX17" fmla="*/ 9148 w 5855313"/>
                <a:gd name="connsiteY17" fmla="*/ 96759 h 688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55313" h="6880645">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B4ABE2AA-A788-450F-94A8-AED4B698F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9" y="26370"/>
              <a:ext cx="6254832" cy="6864558"/>
            </a:xfrm>
            <a:custGeom>
              <a:avLst/>
              <a:gdLst>
                <a:gd name="connsiteX0" fmla="*/ 2766060 w 6254832"/>
                <a:gd name="connsiteY0" fmla="*/ 0 h 6864558"/>
                <a:gd name="connsiteX1" fmla="*/ 0 w 6254832"/>
                <a:gd name="connsiteY1" fmla="*/ 1340683 h 6864558"/>
                <a:gd name="connsiteX2" fmla="*/ 0 w 6254832"/>
                <a:gd name="connsiteY2" fmla="*/ 2201306 h 6864558"/>
                <a:gd name="connsiteX3" fmla="*/ 1312 w 6254832"/>
                <a:gd name="connsiteY3" fmla="*/ 2197746 h 6864558"/>
                <a:gd name="connsiteX4" fmla="*/ 612723 w 6254832"/>
                <a:gd name="connsiteY4" fmla="*/ 1201649 h 6864558"/>
                <a:gd name="connsiteX5" fmla="*/ 1571344 w 6254832"/>
                <a:gd name="connsiteY5" fmla="*/ 483245 h 6864558"/>
                <a:gd name="connsiteX6" fmla="*/ 1641235 w 6254832"/>
                <a:gd name="connsiteY6" fmla="*/ 452328 h 6864558"/>
                <a:gd name="connsiteX7" fmla="*/ 1711502 w 6254832"/>
                <a:gd name="connsiteY7" fmla="*/ 422348 h 6864558"/>
                <a:gd name="connsiteX8" fmla="*/ 1783080 w 6254832"/>
                <a:gd name="connsiteY8" fmla="*/ 395178 h 6864558"/>
                <a:gd name="connsiteX9" fmla="*/ 1855220 w 6254832"/>
                <a:gd name="connsiteY9" fmla="*/ 369133 h 6864558"/>
                <a:gd name="connsiteX10" fmla="*/ 1928297 w 6254832"/>
                <a:gd name="connsiteY10" fmla="*/ 345711 h 6864558"/>
                <a:gd name="connsiteX11" fmla="*/ 2001749 w 6254832"/>
                <a:gd name="connsiteY11" fmla="*/ 323600 h 6864558"/>
                <a:gd name="connsiteX12" fmla="*/ 2076138 w 6254832"/>
                <a:gd name="connsiteY12" fmla="*/ 304300 h 6864558"/>
                <a:gd name="connsiteX13" fmla="*/ 2113426 w 6254832"/>
                <a:gd name="connsiteY13" fmla="*/ 294744 h 6864558"/>
                <a:gd name="connsiteX14" fmla="*/ 2132163 w 6254832"/>
                <a:gd name="connsiteY14" fmla="*/ 290060 h 6864558"/>
                <a:gd name="connsiteX15" fmla="*/ 2151089 w 6254832"/>
                <a:gd name="connsiteY15" fmla="*/ 286312 h 6864558"/>
                <a:gd name="connsiteX16" fmla="*/ 2763249 w 6254832"/>
                <a:gd name="connsiteY16" fmla="*/ 218482 h 6864558"/>
                <a:gd name="connsiteX17" fmla="*/ 3372225 w 6254832"/>
                <a:gd name="connsiteY17" fmla="*/ 301302 h 6864558"/>
                <a:gd name="connsiteX18" fmla="*/ 3663596 w 6254832"/>
                <a:gd name="connsiteY18" fmla="*/ 398364 h 6864558"/>
                <a:gd name="connsiteX19" fmla="*/ 3941663 w 6254832"/>
                <a:gd name="connsiteY19" fmla="*/ 526717 h 6864558"/>
                <a:gd name="connsiteX20" fmla="*/ 4204366 w 6254832"/>
                <a:gd name="connsiteY20" fmla="*/ 681678 h 6864558"/>
                <a:gd name="connsiteX21" fmla="*/ 4450018 w 6254832"/>
                <a:gd name="connsiteY21" fmla="*/ 860061 h 6864558"/>
                <a:gd name="connsiteX22" fmla="*/ 4678992 w 6254832"/>
                <a:gd name="connsiteY22" fmla="*/ 1057181 h 6864558"/>
                <a:gd name="connsiteX23" fmla="*/ 4889791 w 6254832"/>
                <a:gd name="connsiteY23" fmla="*/ 1271166 h 6864558"/>
                <a:gd name="connsiteX24" fmla="*/ 5083164 w 6254832"/>
                <a:gd name="connsiteY24" fmla="*/ 1498642 h 6864558"/>
                <a:gd name="connsiteX25" fmla="*/ 5257987 w 6254832"/>
                <a:gd name="connsiteY25" fmla="*/ 1738484 h 6864558"/>
                <a:gd name="connsiteX26" fmla="*/ 5413510 w 6254832"/>
                <a:gd name="connsiteY26" fmla="*/ 1989195 h 6864558"/>
                <a:gd name="connsiteX27" fmla="*/ 5548609 w 6254832"/>
                <a:gd name="connsiteY27" fmla="*/ 2249462 h 6864558"/>
                <a:gd name="connsiteX28" fmla="*/ 5747791 w 6254832"/>
                <a:gd name="connsiteY28" fmla="*/ 2795666 h 6864558"/>
                <a:gd name="connsiteX29" fmla="*/ 5806814 w 6254832"/>
                <a:gd name="connsiteY29" fmla="*/ 3078980 h 6864558"/>
                <a:gd name="connsiteX30" fmla="*/ 5816933 w 6254832"/>
                <a:gd name="connsiteY30" fmla="*/ 3150558 h 6864558"/>
                <a:gd name="connsiteX31" fmla="*/ 5825178 w 6254832"/>
                <a:gd name="connsiteY31" fmla="*/ 3222323 h 6864558"/>
                <a:gd name="connsiteX32" fmla="*/ 5831923 w 6254832"/>
                <a:gd name="connsiteY32" fmla="*/ 3294276 h 6864558"/>
                <a:gd name="connsiteX33" fmla="*/ 5836233 w 6254832"/>
                <a:gd name="connsiteY33" fmla="*/ 3366416 h 6864558"/>
                <a:gd name="connsiteX34" fmla="*/ 5833047 w 6254832"/>
                <a:gd name="connsiteY34" fmla="*/ 3655726 h 6864558"/>
                <a:gd name="connsiteX35" fmla="*/ 5827426 w 6254832"/>
                <a:gd name="connsiteY35" fmla="*/ 3728054 h 6864558"/>
                <a:gd name="connsiteX36" fmla="*/ 5819556 w 6254832"/>
                <a:gd name="connsiteY36" fmla="*/ 3800194 h 6864558"/>
                <a:gd name="connsiteX37" fmla="*/ 5809063 w 6254832"/>
                <a:gd name="connsiteY37" fmla="*/ 3872147 h 6864558"/>
                <a:gd name="connsiteX38" fmla="*/ 5796696 w 6254832"/>
                <a:gd name="connsiteY38" fmla="*/ 3943912 h 6864558"/>
                <a:gd name="connsiteX39" fmla="*/ 5725305 w 6254832"/>
                <a:gd name="connsiteY39" fmla="*/ 4225165 h 6864558"/>
                <a:gd name="connsiteX40" fmla="*/ 5605384 w 6254832"/>
                <a:gd name="connsiteY40" fmla="*/ 4478312 h 6864558"/>
                <a:gd name="connsiteX41" fmla="*/ 5412573 w 6254832"/>
                <a:gd name="connsiteY41" fmla="*/ 4677306 h 6864558"/>
                <a:gd name="connsiteX42" fmla="*/ 5155867 w 6254832"/>
                <a:gd name="connsiteY42" fmla="*/ 4834703 h 6864558"/>
                <a:gd name="connsiteX43" fmla="*/ 4645452 w 6254832"/>
                <a:gd name="connsiteY43" fmla="*/ 5207396 h 6864558"/>
                <a:gd name="connsiteX44" fmla="*/ 4536211 w 6254832"/>
                <a:gd name="connsiteY44" fmla="*/ 5319072 h 6864558"/>
                <a:gd name="connsiteX45" fmla="*/ 4430343 w 6254832"/>
                <a:gd name="connsiteY45" fmla="*/ 5432061 h 6864558"/>
                <a:gd name="connsiteX46" fmla="*/ 4220668 w 6254832"/>
                <a:gd name="connsiteY46" fmla="*/ 5657663 h 6864558"/>
                <a:gd name="connsiteX47" fmla="*/ 4115174 w 6254832"/>
                <a:gd name="connsiteY47" fmla="*/ 5768777 h 6864558"/>
                <a:gd name="connsiteX48" fmla="*/ 4007245 w 6254832"/>
                <a:gd name="connsiteY48" fmla="*/ 5876707 h 6864558"/>
                <a:gd name="connsiteX49" fmla="*/ 3781081 w 6254832"/>
                <a:gd name="connsiteY49" fmla="*/ 6078887 h 6864558"/>
                <a:gd name="connsiteX50" fmla="*/ 3534493 w 6254832"/>
                <a:gd name="connsiteY50" fmla="*/ 6249775 h 6864558"/>
                <a:gd name="connsiteX51" fmla="*/ 3265232 w 6254832"/>
                <a:gd name="connsiteY51" fmla="*/ 6373068 h 6864558"/>
                <a:gd name="connsiteX52" fmla="*/ 3194779 w 6254832"/>
                <a:gd name="connsiteY52" fmla="*/ 6394804 h 6864558"/>
                <a:gd name="connsiteX53" fmla="*/ 3123575 w 6254832"/>
                <a:gd name="connsiteY53" fmla="*/ 6412792 h 6864558"/>
                <a:gd name="connsiteX54" fmla="*/ 3051435 w 6254832"/>
                <a:gd name="connsiteY54" fmla="*/ 6426471 h 6864558"/>
                <a:gd name="connsiteX55" fmla="*/ 2978733 w 6254832"/>
                <a:gd name="connsiteY55" fmla="*/ 6436214 h 6864558"/>
                <a:gd name="connsiteX56" fmla="*/ 2905656 w 6254832"/>
                <a:gd name="connsiteY56" fmla="*/ 6442211 h 6864558"/>
                <a:gd name="connsiteX57" fmla="*/ 2832204 w 6254832"/>
                <a:gd name="connsiteY57" fmla="*/ 6444459 h 6864558"/>
                <a:gd name="connsiteX58" fmla="*/ 2758565 w 6254832"/>
                <a:gd name="connsiteY58" fmla="*/ 6443335 h 6864558"/>
                <a:gd name="connsiteX59" fmla="*/ 2683239 w 6254832"/>
                <a:gd name="connsiteY59" fmla="*/ 6438463 h 6864558"/>
                <a:gd name="connsiteX60" fmla="*/ 2091503 w 6254832"/>
                <a:gd name="connsiteY60" fmla="*/ 6343275 h 6864558"/>
                <a:gd name="connsiteX61" fmla="*/ 1948347 w 6254832"/>
                <a:gd name="connsiteY61" fmla="*/ 6301490 h 6864558"/>
                <a:gd name="connsiteX62" fmla="*/ 1807626 w 6254832"/>
                <a:gd name="connsiteY62" fmla="*/ 6252585 h 6864558"/>
                <a:gd name="connsiteX63" fmla="*/ 1738297 w 6254832"/>
                <a:gd name="connsiteY63" fmla="*/ 6225790 h 6864558"/>
                <a:gd name="connsiteX64" fmla="*/ 1669529 w 6254832"/>
                <a:gd name="connsiteY64" fmla="*/ 6197684 h 6864558"/>
                <a:gd name="connsiteX65" fmla="*/ 1635239 w 6254832"/>
                <a:gd name="connsiteY65" fmla="*/ 6183630 h 6864558"/>
                <a:gd name="connsiteX66" fmla="*/ 1601699 w 6254832"/>
                <a:gd name="connsiteY66" fmla="*/ 6167891 h 6864558"/>
                <a:gd name="connsiteX67" fmla="*/ 1534618 w 6254832"/>
                <a:gd name="connsiteY67" fmla="*/ 6136411 h 6864558"/>
                <a:gd name="connsiteX68" fmla="*/ 592299 w 6254832"/>
                <a:gd name="connsiteY68" fmla="*/ 5443116 h 6864558"/>
                <a:gd name="connsiteX69" fmla="*/ 0 w 6254832"/>
                <a:gd name="connsiteY69" fmla="*/ 4496675 h 6864558"/>
                <a:gd name="connsiteX70" fmla="*/ 0 w 6254832"/>
                <a:gd name="connsiteY70" fmla="*/ 5523875 h 6864558"/>
                <a:gd name="connsiteX71" fmla="*/ 2766060 w 6254832"/>
                <a:gd name="connsiteY71" fmla="*/ 6864559 h 6864558"/>
                <a:gd name="connsiteX72" fmla="*/ 6254833 w 6254832"/>
                <a:gd name="connsiteY72" fmla="*/ 3432373 h 6864558"/>
                <a:gd name="connsiteX73" fmla="*/ 2766060 w 6254832"/>
                <a:gd name="connsiteY73" fmla="*/ 0 h 686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6254832" h="6864558">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ln w="18736"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178ADC4B-660F-5E9F-B949-FFCD480CBCBB}"/>
              </a:ext>
            </a:extLst>
          </p:cNvPr>
          <p:cNvSpPr>
            <a:spLocks noGrp="1"/>
          </p:cNvSpPr>
          <p:nvPr>
            <p:ph type="title"/>
          </p:nvPr>
        </p:nvSpPr>
        <p:spPr>
          <a:xfrm>
            <a:off x="5953893" y="220768"/>
            <a:ext cx="4977976" cy="1454051"/>
          </a:xfrm>
        </p:spPr>
        <p:txBody>
          <a:bodyPr anchor="b">
            <a:normAutofit/>
          </a:bodyPr>
          <a:lstStyle/>
          <a:p>
            <a:r>
              <a:rPr lang="en-IN" sz="3600" dirty="0">
                <a:solidFill>
                  <a:schemeClr val="tx2"/>
                </a:solidFill>
              </a:rPr>
              <a:t>Problem Statement</a:t>
            </a:r>
          </a:p>
        </p:txBody>
      </p:sp>
      <p:sp>
        <p:nvSpPr>
          <p:cNvPr id="3" name="Content Placeholder 2">
            <a:extLst>
              <a:ext uri="{FF2B5EF4-FFF2-40B4-BE49-F238E27FC236}">
                <a16:creationId xmlns:a16="http://schemas.microsoft.com/office/drawing/2014/main" id="{C126C4D9-F33E-70AE-F74A-10185EAC991D}"/>
              </a:ext>
            </a:extLst>
          </p:cNvPr>
          <p:cNvSpPr>
            <a:spLocks noGrp="1"/>
          </p:cNvSpPr>
          <p:nvPr>
            <p:ph idx="1"/>
          </p:nvPr>
        </p:nvSpPr>
        <p:spPr>
          <a:xfrm>
            <a:off x="6090574" y="1879542"/>
            <a:ext cx="5806786" cy="4175504"/>
          </a:xfrm>
        </p:spPr>
        <p:txBody>
          <a:bodyPr anchor="ctr">
            <a:normAutofit lnSpcReduction="10000"/>
          </a:bodyPr>
          <a:lstStyle/>
          <a:p>
            <a:r>
              <a:rPr lang="en-US" sz="2000" dirty="0">
                <a:solidFill>
                  <a:schemeClr val="tx2"/>
                </a:solidFill>
              </a:rPr>
              <a:t>Manual detection </a:t>
            </a:r>
          </a:p>
          <a:p>
            <a:r>
              <a:rPr lang="en-US" sz="2000" dirty="0">
                <a:solidFill>
                  <a:schemeClr val="tx2"/>
                </a:solidFill>
              </a:rPr>
              <a:t>Lack of experts </a:t>
            </a:r>
          </a:p>
          <a:p>
            <a:r>
              <a:rPr lang="en-US" sz="2000" dirty="0">
                <a:solidFill>
                  <a:schemeClr val="tx2"/>
                </a:solidFill>
              </a:rPr>
              <a:t>Time-consuming </a:t>
            </a:r>
          </a:p>
          <a:p>
            <a:pPr marL="0" indent="0">
              <a:buNone/>
            </a:pPr>
            <a:r>
              <a:rPr lang="en-US" sz="2000" b="1" dirty="0">
                <a:solidFill>
                  <a:schemeClr val="tx2"/>
                </a:solidFill>
              </a:rPr>
              <a:t>Description:</a:t>
            </a:r>
            <a:br>
              <a:rPr lang="en-US" sz="2000" dirty="0">
                <a:solidFill>
                  <a:schemeClr val="tx2"/>
                </a:solidFill>
              </a:rPr>
            </a:br>
            <a:r>
              <a:rPr lang="en-US" sz="2000" dirty="0">
                <a:solidFill>
                  <a:schemeClr val="tx2"/>
                </a:solidFill>
              </a:rPr>
              <a:t>Traditionally, farmers identify plant diseases by observing leaves with the naked eye. This method is not always reliable because many diseases look similar. It also takes time and requires experience. In many rural areas, expert help is not easily available. Because of this, farmers may not detect diseases at the right time, which leads to crop damage. So, there is a need for an automated system that can quickly and accurately detect plant diseases without depending on human expertise.</a:t>
            </a:r>
          </a:p>
          <a:p>
            <a:endParaRPr lang="en-IN" sz="1500" dirty="0">
              <a:solidFill>
                <a:schemeClr val="tx2"/>
              </a:solidFill>
            </a:endParaRPr>
          </a:p>
        </p:txBody>
      </p:sp>
    </p:spTree>
    <p:extLst>
      <p:ext uri="{BB962C8B-B14F-4D97-AF65-F5344CB8AC3E}">
        <p14:creationId xmlns:p14="http://schemas.microsoft.com/office/powerpoint/2010/main" val="749375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6DC0-13C1-76A9-AA18-753371A0DC61}"/>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Objectives</a:t>
            </a:r>
          </a:p>
        </p:txBody>
      </p:sp>
      <p:sp>
        <p:nvSpPr>
          <p:cNvPr id="3" name="Content Placeholder 2">
            <a:extLst>
              <a:ext uri="{FF2B5EF4-FFF2-40B4-BE49-F238E27FC236}">
                <a16:creationId xmlns:a16="http://schemas.microsoft.com/office/drawing/2014/main" id="{CCB6B26E-E0DE-F0A7-0436-6A7B360B73FC}"/>
              </a:ext>
            </a:extLst>
          </p:cNvPr>
          <p:cNvSpPr>
            <a:spLocks noGrp="1"/>
          </p:cNvSpPr>
          <p:nvPr>
            <p:ph idx="1"/>
          </p:nvPr>
        </p:nvSpPr>
        <p:spPr>
          <a:xfrm>
            <a:off x="4810259" y="649480"/>
            <a:ext cx="6555347" cy="5546047"/>
          </a:xfrm>
        </p:spPr>
        <p:txBody>
          <a:bodyPr anchor="ctr">
            <a:normAutofit/>
          </a:bodyPr>
          <a:lstStyle/>
          <a:p>
            <a:r>
              <a:rPr lang="en-US" sz="2000" dirty="0"/>
              <a:t>Automate detection </a:t>
            </a:r>
          </a:p>
          <a:p>
            <a:r>
              <a:rPr lang="en-US" sz="2000" dirty="0"/>
              <a:t>Improve accuracy </a:t>
            </a:r>
          </a:p>
          <a:p>
            <a:r>
              <a:rPr lang="en-US" sz="2000" dirty="0"/>
              <a:t>Provide cause &amp; cure </a:t>
            </a:r>
          </a:p>
          <a:p>
            <a:pPr marL="0" indent="0">
              <a:buNone/>
            </a:pPr>
            <a:br>
              <a:rPr lang="en-US" sz="2000" dirty="0"/>
            </a:br>
            <a:r>
              <a:rPr lang="en-US" sz="2000" dirty="0"/>
              <a:t>The main goal of our project is to create an automated system for detecting plant diseases. We want to use deep learning techniques to improve accuracy and reduce human effort. Another important objective is to provide useful information such as the cause of the disease and how to treat it. We also aim to design the system in a simple way so that farmers can use it easily. Overall, our goal is to help farmers identify problems early and improve crop yield.</a:t>
            </a:r>
          </a:p>
          <a:p>
            <a:endParaRPr lang="en-IN" sz="2000" dirty="0"/>
          </a:p>
        </p:txBody>
      </p:sp>
    </p:spTree>
    <p:extLst>
      <p:ext uri="{BB962C8B-B14F-4D97-AF65-F5344CB8AC3E}">
        <p14:creationId xmlns:p14="http://schemas.microsoft.com/office/powerpoint/2010/main" val="2921382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8500" y="381706"/>
            <a:ext cx="8763000" cy="949768"/>
          </a:xfrm>
          <a:prstGeom prst="rect">
            <a:avLst/>
          </a:prstGeom>
        </p:spPr>
        <p:txBody>
          <a:bodyPr vert="horz" wrap="square" lIns="0" tIns="445283" rIns="0" bIns="0" rtlCol="0" anchor="ctr">
            <a:spAutoFit/>
          </a:bodyPr>
          <a:lstStyle/>
          <a:p>
            <a:pPr marL="10583">
              <a:lnSpc>
                <a:spcPct val="100000"/>
              </a:lnSpc>
              <a:spcBef>
                <a:spcPts val="83"/>
              </a:spcBef>
            </a:pPr>
            <a:r>
              <a:rPr sz="3250" spc="392" dirty="0"/>
              <a:t>Proposed</a:t>
            </a:r>
            <a:r>
              <a:rPr sz="3250" spc="167" dirty="0"/>
              <a:t> </a:t>
            </a:r>
            <a:r>
              <a:rPr sz="3250" spc="446" dirty="0"/>
              <a:t>System</a:t>
            </a:r>
            <a:endParaRPr sz="3250" dirty="0"/>
          </a:p>
        </p:txBody>
      </p:sp>
      <p:pic>
        <p:nvPicPr>
          <p:cNvPr id="3" name="object 3"/>
          <p:cNvPicPr/>
          <p:nvPr/>
        </p:nvPicPr>
        <p:blipFill>
          <a:blip r:embed="rId2" cstate="print"/>
          <a:stretch>
            <a:fillRect/>
          </a:stretch>
        </p:blipFill>
        <p:spPr>
          <a:xfrm>
            <a:off x="607053" y="1387802"/>
            <a:ext cx="889642" cy="4913397"/>
          </a:xfrm>
          <a:prstGeom prst="rect">
            <a:avLst/>
          </a:prstGeom>
        </p:spPr>
      </p:pic>
      <p:sp>
        <p:nvSpPr>
          <p:cNvPr id="4" name="object 4"/>
          <p:cNvSpPr txBox="1"/>
          <p:nvPr/>
        </p:nvSpPr>
        <p:spPr>
          <a:xfrm>
            <a:off x="691419" y="1559316"/>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1</a:t>
            </a:r>
            <a:endParaRPr sz="1917">
              <a:latin typeface="Trebuchet MS"/>
              <a:cs typeface="Trebuchet MS"/>
            </a:endParaRPr>
          </a:p>
        </p:txBody>
      </p:sp>
      <p:sp>
        <p:nvSpPr>
          <p:cNvPr id="5" name="object 5"/>
          <p:cNvSpPr txBox="1"/>
          <p:nvPr/>
        </p:nvSpPr>
        <p:spPr>
          <a:xfrm>
            <a:off x="1643020" y="1620816"/>
            <a:ext cx="8957733" cy="267231"/>
          </a:xfrm>
          <a:prstGeom prst="rect">
            <a:avLst/>
          </a:prstGeom>
        </p:spPr>
        <p:txBody>
          <a:bodyPr vert="horz" wrap="square" lIns="0" tIns="10583" rIns="0" bIns="0" rtlCol="0">
            <a:spAutoFit/>
          </a:bodyPr>
          <a:lstStyle/>
          <a:p>
            <a:pPr marL="10583">
              <a:spcBef>
                <a:spcPts val="83"/>
              </a:spcBef>
            </a:pPr>
            <a:r>
              <a:rPr sz="1667" spc="92" dirty="0">
                <a:solidFill>
                  <a:srgbClr val="262424"/>
                </a:solidFill>
                <a:latin typeface="Trebuchet MS"/>
                <a:cs typeface="Trebuchet MS"/>
              </a:rPr>
              <a:t>Farmers</a:t>
            </a:r>
            <a:r>
              <a:rPr sz="1667" spc="42" dirty="0">
                <a:solidFill>
                  <a:srgbClr val="262424"/>
                </a:solidFill>
                <a:latin typeface="Trebuchet MS"/>
                <a:cs typeface="Trebuchet MS"/>
              </a:rPr>
              <a:t> </a:t>
            </a:r>
            <a:r>
              <a:rPr sz="1667" spc="83" dirty="0">
                <a:solidFill>
                  <a:srgbClr val="262424"/>
                </a:solidFill>
                <a:latin typeface="Trebuchet MS"/>
                <a:cs typeface="Trebuchet MS"/>
              </a:rPr>
              <a:t>capture</a:t>
            </a:r>
            <a:r>
              <a:rPr sz="1667" spc="50" dirty="0">
                <a:solidFill>
                  <a:srgbClr val="262424"/>
                </a:solidFill>
                <a:latin typeface="Trebuchet MS"/>
                <a:cs typeface="Trebuchet MS"/>
              </a:rPr>
              <a:t> </a:t>
            </a:r>
            <a:r>
              <a:rPr sz="1667" spc="92" dirty="0">
                <a:solidFill>
                  <a:srgbClr val="262424"/>
                </a:solidFill>
                <a:latin typeface="Trebuchet MS"/>
                <a:cs typeface="Trebuchet MS"/>
              </a:rPr>
              <a:t>high-</a:t>
            </a:r>
            <a:r>
              <a:rPr sz="1667" spc="71" dirty="0">
                <a:solidFill>
                  <a:srgbClr val="262424"/>
                </a:solidFill>
                <a:latin typeface="Trebuchet MS"/>
                <a:cs typeface="Trebuchet MS"/>
              </a:rPr>
              <a:t>resolution</a:t>
            </a:r>
            <a:r>
              <a:rPr sz="1667" spc="46" dirty="0">
                <a:solidFill>
                  <a:srgbClr val="262424"/>
                </a:solidFill>
                <a:latin typeface="Trebuchet MS"/>
                <a:cs typeface="Trebuchet MS"/>
              </a:rPr>
              <a:t> </a:t>
            </a:r>
            <a:r>
              <a:rPr sz="1667" spc="146" dirty="0">
                <a:solidFill>
                  <a:srgbClr val="262424"/>
                </a:solidFill>
                <a:latin typeface="Trebuchet MS"/>
                <a:cs typeface="Trebuchet MS"/>
              </a:rPr>
              <a:t>images</a:t>
            </a:r>
            <a:r>
              <a:rPr sz="1667" spc="46" dirty="0">
                <a:solidFill>
                  <a:srgbClr val="262424"/>
                </a:solidFill>
                <a:latin typeface="Trebuchet MS"/>
                <a:cs typeface="Trebuchet MS"/>
              </a:rPr>
              <a:t> </a:t>
            </a:r>
            <a:r>
              <a:rPr sz="1667" spc="42" dirty="0">
                <a:solidFill>
                  <a:srgbClr val="262424"/>
                </a:solidFill>
                <a:latin typeface="Trebuchet MS"/>
                <a:cs typeface="Trebuchet MS"/>
              </a:rPr>
              <a:t>of</a:t>
            </a:r>
            <a:r>
              <a:rPr sz="1667" spc="46" dirty="0">
                <a:solidFill>
                  <a:srgbClr val="262424"/>
                </a:solidFill>
                <a:latin typeface="Trebuchet MS"/>
                <a:cs typeface="Trebuchet MS"/>
              </a:rPr>
              <a:t> </a:t>
            </a:r>
            <a:r>
              <a:rPr sz="1667" spc="50" dirty="0">
                <a:solidFill>
                  <a:srgbClr val="262424"/>
                </a:solidFill>
                <a:latin typeface="Trebuchet MS"/>
                <a:cs typeface="Trebuchet MS"/>
              </a:rPr>
              <a:t>their </a:t>
            </a:r>
            <a:r>
              <a:rPr sz="1667" spc="104" dirty="0">
                <a:solidFill>
                  <a:srgbClr val="262424"/>
                </a:solidFill>
                <a:latin typeface="Trebuchet MS"/>
                <a:cs typeface="Trebuchet MS"/>
              </a:rPr>
              <a:t>crops</a:t>
            </a:r>
            <a:r>
              <a:rPr sz="1667" spc="46" dirty="0">
                <a:solidFill>
                  <a:srgbClr val="262424"/>
                </a:solidFill>
                <a:latin typeface="Trebuchet MS"/>
                <a:cs typeface="Trebuchet MS"/>
              </a:rPr>
              <a:t> </a:t>
            </a:r>
            <a:r>
              <a:rPr sz="1667" spc="133" dirty="0">
                <a:solidFill>
                  <a:srgbClr val="262424"/>
                </a:solidFill>
                <a:latin typeface="Trebuchet MS"/>
                <a:cs typeface="Trebuchet MS"/>
              </a:rPr>
              <a:t>using</a:t>
            </a:r>
            <a:r>
              <a:rPr sz="1667" spc="46" dirty="0">
                <a:solidFill>
                  <a:srgbClr val="262424"/>
                </a:solidFill>
                <a:latin typeface="Trebuchet MS"/>
                <a:cs typeface="Trebuchet MS"/>
              </a:rPr>
              <a:t> </a:t>
            </a:r>
            <a:r>
              <a:rPr sz="1667" spc="129" dirty="0">
                <a:solidFill>
                  <a:srgbClr val="262424"/>
                </a:solidFill>
                <a:latin typeface="Trebuchet MS"/>
                <a:cs typeface="Trebuchet MS"/>
              </a:rPr>
              <a:t>s</a:t>
            </a:r>
            <a:r>
              <a:rPr lang="en-IN" sz="1667" spc="129" dirty="0" err="1">
                <a:solidFill>
                  <a:srgbClr val="262424"/>
                </a:solidFill>
                <a:latin typeface="Trebuchet MS"/>
                <a:cs typeface="Trebuchet MS"/>
              </a:rPr>
              <a:t>martphones</a:t>
            </a:r>
            <a:endParaRPr sz="1667" dirty="0">
              <a:latin typeface="Trebuchet MS"/>
              <a:cs typeface="Trebuchet MS"/>
            </a:endParaRPr>
          </a:p>
        </p:txBody>
      </p:sp>
      <p:sp>
        <p:nvSpPr>
          <p:cNvPr id="6" name="object 6"/>
          <p:cNvSpPr txBox="1"/>
          <p:nvPr/>
        </p:nvSpPr>
        <p:spPr>
          <a:xfrm>
            <a:off x="691716" y="2283819"/>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2</a:t>
            </a:r>
            <a:endParaRPr sz="1917">
              <a:latin typeface="Trebuchet MS"/>
              <a:cs typeface="Trebuchet MS"/>
            </a:endParaRPr>
          </a:p>
        </p:txBody>
      </p:sp>
      <p:sp>
        <p:nvSpPr>
          <p:cNvPr id="7" name="object 7"/>
          <p:cNvSpPr txBox="1"/>
          <p:nvPr/>
        </p:nvSpPr>
        <p:spPr>
          <a:xfrm>
            <a:off x="691419" y="3008016"/>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3</a:t>
            </a:r>
            <a:endParaRPr sz="1917">
              <a:latin typeface="Trebuchet MS"/>
              <a:cs typeface="Trebuchet MS"/>
            </a:endParaRPr>
          </a:p>
        </p:txBody>
      </p:sp>
      <p:sp>
        <p:nvSpPr>
          <p:cNvPr id="8" name="object 8"/>
          <p:cNvSpPr txBox="1"/>
          <p:nvPr/>
        </p:nvSpPr>
        <p:spPr>
          <a:xfrm>
            <a:off x="1643020" y="2194707"/>
            <a:ext cx="10251546" cy="1228969"/>
          </a:xfrm>
          <a:prstGeom prst="rect">
            <a:avLst/>
          </a:prstGeom>
        </p:spPr>
        <p:txBody>
          <a:bodyPr vert="horz" wrap="square" lIns="0" tIns="23283" rIns="0" bIns="0" rtlCol="0">
            <a:spAutoFit/>
          </a:bodyPr>
          <a:lstStyle/>
          <a:p>
            <a:pPr marL="10583" marR="31749">
              <a:lnSpc>
                <a:spcPts val="1958"/>
              </a:lnSpc>
              <a:spcBef>
                <a:spcPts val="183"/>
              </a:spcBef>
            </a:pPr>
            <a:r>
              <a:rPr sz="1667" spc="150" dirty="0">
                <a:solidFill>
                  <a:srgbClr val="262424"/>
                </a:solidFill>
                <a:latin typeface="Trebuchet MS"/>
                <a:cs typeface="Trebuchet MS"/>
              </a:rPr>
              <a:t>Images</a:t>
            </a:r>
            <a:r>
              <a:rPr sz="1667" spc="37" dirty="0">
                <a:solidFill>
                  <a:srgbClr val="262424"/>
                </a:solidFill>
                <a:latin typeface="Trebuchet MS"/>
                <a:cs typeface="Trebuchet MS"/>
              </a:rPr>
              <a:t> </a:t>
            </a:r>
            <a:r>
              <a:rPr sz="1667" spc="125" dirty="0">
                <a:solidFill>
                  <a:srgbClr val="262424"/>
                </a:solidFill>
                <a:latin typeface="Trebuchet MS"/>
                <a:cs typeface="Trebuchet MS"/>
              </a:rPr>
              <a:t>undergo</a:t>
            </a:r>
            <a:r>
              <a:rPr sz="1667" spc="37" dirty="0">
                <a:solidFill>
                  <a:srgbClr val="262424"/>
                </a:solidFill>
                <a:latin typeface="Trebuchet MS"/>
                <a:cs typeface="Trebuchet MS"/>
              </a:rPr>
              <a:t> </a:t>
            </a:r>
            <a:r>
              <a:rPr sz="1667" spc="71" dirty="0">
                <a:solidFill>
                  <a:srgbClr val="262424"/>
                </a:solidFill>
                <a:latin typeface="Trebuchet MS"/>
                <a:cs typeface="Trebuchet MS"/>
              </a:rPr>
              <a:t>pre-</a:t>
            </a:r>
            <a:r>
              <a:rPr sz="1667" spc="92" dirty="0">
                <a:solidFill>
                  <a:srgbClr val="262424"/>
                </a:solidFill>
                <a:latin typeface="Trebuchet MS"/>
                <a:cs typeface="Trebuchet MS"/>
              </a:rPr>
              <a:t>processing,</a:t>
            </a:r>
            <a:r>
              <a:rPr sz="1667" spc="37" dirty="0">
                <a:solidFill>
                  <a:srgbClr val="262424"/>
                </a:solidFill>
                <a:latin typeface="Trebuchet MS"/>
                <a:cs typeface="Trebuchet MS"/>
              </a:rPr>
              <a:t> </a:t>
            </a:r>
            <a:r>
              <a:rPr sz="1667" spc="87" dirty="0">
                <a:solidFill>
                  <a:srgbClr val="262424"/>
                </a:solidFill>
                <a:latin typeface="Trebuchet MS"/>
                <a:cs typeface="Trebuchet MS"/>
              </a:rPr>
              <a:t>including</a:t>
            </a:r>
            <a:r>
              <a:rPr sz="1667" spc="42" dirty="0">
                <a:solidFill>
                  <a:srgbClr val="262424"/>
                </a:solidFill>
                <a:latin typeface="Trebuchet MS"/>
                <a:cs typeface="Trebuchet MS"/>
              </a:rPr>
              <a:t> </a:t>
            </a:r>
            <a:r>
              <a:rPr sz="1667" spc="67" dirty="0">
                <a:solidFill>
                  <a:srgbClr val="262424"/>
                </a:solidFill>
                <a:latin typeface="Trebuchet MS"/>
                <a:cs typeface="Trebuchet MS"/>
              </a:rPr>
              <a:t>resizing,</a:t>
            </a:r>
            <a:r>
              <a:rPr sz="1667" spc="37" dirty="0">
                <a:solidFill>
                  <a:srgbClr val="262424"/>
                </a:solidFill>
                <a:latin typeface="Trebuchet MS"/>
                <a:cs typeface="Trebuchet MS"/>
              </a:rPr>
              <a:t> </a:t>
            </a:r>
            <a:r>
              <a:rPr sz="1667" spc="79" dirty="0">
                <a:solidFill>
                  <a:srgbClr val="262424"/>
                </a:solidFill>
                <a:latin typeface="Trebuchet MS"/>
                <a:cs typeface="Trebuchet MS"/>
              </a:rPr>
              <a:t>normalization</a:t>
            </a:r>
            <a:r>
              <a:rPr sz="1667" spc="37" dirty="0">
                <a:solidFill>
                  <a:srgbClr val="262424"/>
                </a:solidFill>
                <a:latin typeface="Trebuchet MS"/>
                <a:cs typeface="Trebuchet MS"/>
              </a:rPr>
              <a:t> </a:t>
            </a:r>
            <a:r>
              <a:rPr sz="1667" spc="133" dirty="0">
                <a:solidFill>
                  <a:srgbClr val="262424"/>
                </a:solidFill>
                <a:latin typeface="Trebuchet MS"/>
                <a:cs typeface="Trebuchet MS"/>
              </a:rPr>
              <a:t>and</a:t>
            </a:r>
            <a:r>
              <a:rPr sz="1667" spc="37" dirty="0">
                <a:solidFill>
                  <a:srgbClr val="262424"/>
                </a:solidFill>
                <a:latin typeface="Trebuchet MS"/>
                <a:cs typeface="Trebuchet MS"/>
              </a:rPr>
              <a:t> </a:t>
            </a:r>
            <a:r>
              <a:rPr sz="1667" spc="112" dirty="0">
                <a:solidFill>
                  <a:srgbClr val="262424"/>
                </a:solidFill>
                <a:latin typeface="Trebuchet MS"/>
                <a:cs typeface="Trebuchet MS"/>
              </a:rPr>
              <a:t>augmentation</a:t>
            </a:r>
            <a:r>
              <a:rPr sz="1667" spc="42" dirty="0">
                <a:solidFill>
                  <a:srgbClr val="262424"/>
                </a:solidFill>
                <a:latin typeface="Trebuchet MS"/>
                <a:cs typeface="Trebuchet MS"/>
              </a:rPr>
              <a:t> </a:t>
            </a:r>
            <a:r>
              <a:rPr sz="1667" spc="50" dirty="0">
                <a:solidFill>
                  <a:srgbClr val="262424"/>
                </a:solidFill>
                <a:latin typeface="Trebuchet MS"/>
                <a:cs typeface="Trebuchet MS"/>
              </a:rPr>
              <a:t>to</a:t>
            </a:r>
            <a:r>
              <a:rPr sz="1667" spc="37" dirty="0">
                <a:solidFill>
                  <a:srgbClr val="262424"/>
                </a:solidFill>
                <a:latin typeface="Trebuchet MS"/>
                <a:cs typeface="Trebuchet MS"/>
              </a:rPr>
              <a:t> </a:t>
            </a:r>
            <a:r>
              <a:rPr sz="1667" spc="117" dirty="0">
                <a:solidFill>
                  <a:srgbClr val="262424"/>
                </a:solidFill>
                <a:latin typeface="Trebuchet MS"/>
                <a:cs typeface="Trebuchet MS"/>
              </a:rPr>
              <a:t>enhance </a:t>
            </a:r>
            <a:r>
              <a:rPr sz="1667" spc="54" dirty="0">
                <a:solidFill>
                  <a:srgbClr val="262424"/>
                </a:solidFill>
                <a:latin typeface="Trebuchet MS"/>
                <a:cs typeface="Trebuchet MS"/>
              </a:rPr>
              <a:t>accuracy.</a:t>
            </a:r>
            <a:endParaRPr sz="1667">
              <a:latin typeface="Trebuchet MS"/>
              <a:cs typeface="Trebuchet MS"/>
            </a:endParaRPr>
          </a:p>
          <a:p>
            <a:pPr marL="10583" marR="4233">
              <a:lnSpc>
                <a:spcPts val="1958"/>
              </a:lnSpc>
              <a:spcBef>
                <a:spcPts val="1446"/>
              </a:spcBef>
            </a:pPr>
            <a:r>
              <a:rPr sz="1667" spc="142" dirty="0">
                <a:solidFill>
                  <a:srgbClr val="262424"/>
                </a:solidFill>
                <a:latin typeface="Trebuchet MS"/>
                <a:cs typeface="Trebuchet MS"/>
              </a:rPr>
              <a:t>Image</a:t>
            </a:r>
            <a:r>
              <a:rPr sz="1667" spc="54" dirty="0">
                <a:solidFill>
                  <a:srgbClr val="262424"/>
                </a:solidFill>
                <a:latin typeface="Trebuchet MS"/>
                <a:cs typeface="Trebuchet MS"/>
              </a:rPr>
              <a:t> </a:t>
            </a:r>
            <a:r>
              <a:rPr sz="1667" spc="112" dirty="0">
                <a:solidFill>
                  <a:srgbClr val="262424"/>
                </a:solidFill>
                <a:latin typeface="Trebuchet MS"/>
                <a:cs typeface="Trebuchet MS"/>
              </a:rPr>
              <a:t>segmentation</a:t>
            </a:r>
            <a:r>
              <a:rPr sz="1667" spc="54" dirty="0">
                <a:solidFill>
                  <a:srgbClr val="262424"/>
                </a:solidFill>
                <a:latin typeface="Trebuchet MS"/>
                <a:cs typeface="Trebuchet MS"/>
              </a:rPr>
              <a:t> </a:t>
            </a:r>
            <a:r>
              <a:rPr sz="1667" spc="83" dirty="0">
                <a:solidFill>
                  <a:srgbClr val="262424"/>
                </a:solidFill>
                <a:latin typeface="Trebuchet MS"/>
                <a:cs typeface="Trebuchet MS"/>
              </a:rPr>
              <a:t>techniques,</a:t>
            </a:r>
            <a:r>
              <a:rPr sz="1667" spc="54" dirty="0">
                <a:solidFill>
                  <a:srgbClr val="262424"/>
                </a:solidFill>
                <a:latin typeface="Trebuchet MS"/>
                <a:cs typeface="Trebuchet MS"/>
              </a:rPr>
              <a:t> </a:t>
            </a:r>
            <a:r>
              <a:rPr sz="1667" dirty="0">
                <a:solidFill>
                  <a:srgbClr val="262424"/>
                </a:solidFill>
                <a:latin typeface="Trebuchet MS"/>
                <a:cs typeface="Trebuchet MS"/>
              </a:rPr>
              <a:t>like</a:t>
            </a:r>
            <a:r>
              <a:rPr sz="1667" spc="58" dirty="0">
                <a:solidFill>
                  <a:srgbClr val="262424"/>
                </a:solidFill>
                <a:latin typeface="Trebuchet MS"/>
                <a:cs typeface="Trebuchet MS"/>
              </a:rPr>
              <a:t> </a:t>
            </a:r>
            <a:r>
              <a:rPr sz="1667" spc="-37" dirty="0">
                <a:solidFill>
                  <a:srgbClr val="262424"/>
                </a:solidFill>
                <a:latin typeface="Trebuchet MS"/>
                <a:cs typeface="Trebuchet MS"/>
              </a:rPr>
              <a:t>K-</a:t>
            </a:r>
            <a:r>
              <a:rPr sz="1667" spc="162" dirty="0">
                <a:solidFill>
                  <a:srgbClr val="262424"/>
                </a:solidFill>
                <a:latin typeface="Trebuchet MS"/>
                <a:cs typeface="Trebuchet MS"/>
              </a:rPr>
              <a:t>means</a:t>
            </a:r>
            <a:r>
              <a:rPr sz="1667" spc="54" dirty="0">
                <a:solidFill>
                  <a:srgbClr val="262424"/>
                </a:solidFill>
                <a:latin typeface="Trebuchet MS"/>
                <a:cs typeface="Trebuchet MS"/>
              </a:rPr>
              <a:t> </a:t>
            </a:r>
            <a:r>
              <a:rPr sz="1667" spc="71" dirty="0">
                <a:solidFill>
                  <a:srgbClr val="262424"/>
                </a:solidFill>
                <a:latin typeface="Trebuchet MS"/>
                <a:cs typeface="Trebuchet MS"/>
              </a:rPr>
              <a:t>clustering,</a:t>
            </a:r>
            <a:r>
              <a:rPr sz="1667" spc="50" dirty="0">
                <a:solidFill>
                  <a:srgbClr val="262424"/>
                </a:solidFill>
                <a:latin typeface="Trebuchet MS"/>
                <a:cs typeface="Trebuchet MS"/>
              </a:rPr>
              <a:t> </a:t>
            </a:r>
            <a:r>
              <a:rPr sz="1667" spc="67" dirty="0">
                <a:solidFill>
                  <a:srgbClr val="262424"/>
                </a:solidFill>
                <a:latin typeface="Trebuchet MS"/>
                <a:cs typeface="Trebuchet MS"/>
              </a:rPr>
              <a:t>isolate</a:t>
            </a:r>
            <a:r>
              <a:rPr sz="1667" spc="58" dirty="0">
                <a:solidFill>
                  <a:srgbClr val="262424"/>
                </a:solidFill>
                <a:latin typeface="Trebuchet MS"/>
                <a:cs typeface="Trebuchet MS"/>
              </a:rPr>
              <a:t> </a:t>
            </a:r>
            <a:r>
              <a:rPr sz="1667" spc="108" dirty="0">
                <a:solidFill>
                  <a:srgbClr val="262424"/>
                </a:solidFill>
                <a:latin typeface="Trebuchet MS"/>
                <a:cs typeface="Trebuchet MS"/>
              </a:rPr>
              <a:t>key</a:t>
            </a:r>
            <a:r>
              <a:rPr sz="1667" spc="54" dirty="0">
                <a:solidFill>
                  <a:srgbClr val="262424"/>
                </a:solidFill>
                <a:latin typeface="Trebuchet MS"/>
                <a:cs typeface="Trebuchet MS"/>
              </a:rPr>
              <a:t> </a:t>
            </a:r>
            <a:r>
              <a:rPr sz="1667" spc="108" dirty="0">
                <a:solidFill>
                  <a:srgbClr val="262424"/>
                </a:solidFill>
                <a:latin typeface="Trebuchet MS"/>
                <a:cs typeface="Trebuchet MS"/>
              </a:rPr>
              <a:t>regions</a:t>
            </a:r>
            <a:r>
              <a:rPr sz="1667" spc="54" dirty="0">
                <a:solidFill>
                  <a:srgbClr val="262424"/>
                </a:solidFill>
                <a:latin typeface="Trebuchet MS"/>
                <a:cs typeface="Trebuchet MS"/>
              </a:rPr>
              <a:t> </a:t>
            </a:r>
            <a:r>
              <a:rPr sz="1667" spc="79" dirty="0">
                <a:solidFill>
                  <a:srgbClr val="262424"/>
                </a:solidFill>
                <a:latin typeface="Trebuchet MS"/>
                <a:cs typeface="Trebuchet MS"/>
              </a:rPr>
              <a:t>relevant</a:t>
            </a:r>
            <a:r>
              <a:rPr sz="1667" spc="50" dirty="0">
                <a:solidFill>
                  <a:srgbClr val="262424"/>
                </a:solidFill>
                <a:latin typeface="Trebuchet MS"/>
                <a:cs typeface="Trebuchet MS"/>
              </a:rPr>
              <a:t> to </a:t>
            </a:r>
            <a:r>
              <a:rPr sz="1667" spc="112" dirty="0">
                <a:solidFill>
                  <a:srgbClr val="262424"/>
                </a:solidFill>
                <a:latin typeface="Trebuchet MS"/>
                <a:cs typeface="Trebuchet MS"/>
              </a:rPr>
              <a:t>disease </a:t>
            </a:r>
            <a:r>
              <a:rPr sz="1667" spc="33" dirty="0">
                <a:solidFill>
                  <a:srgbClr val="262424"/>
                </a:solidFill>
                <a:latin typeface="Trebuchet MS"/>
                <a:cs typeface="Trebuchet MS"/>
              </a:rPr>
              <a:t>identification.</a:t>
            </a:r>
            <a:endParaRPr sz="1667">
              <a:latin typeface="Trebuchet MS"/>
              <a:cs typeface="Trebuchet MS"/>
            </a:endParaRPr>
          </a:p>
        </p:txBody>
      </p:sp>
      <p:sp>
        <p:nvSpPr>
          <p:cNvPr id="9" name="object 9"/>
          <p:cNvSpPr txBox="1"/>
          <p:nvPr/>
        </p:nvSpPr>
        <p:spPr>
          <a:xfrm>
            <a:off x="691419" y="3732519"/>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4</a:t>
            </a:r>
            <a:endParaRPr sz="1917">
              <a:latin typeface="Trebuchet MS"/>
              <a:cs typeface="Trebuchet MS"/>
            </a:endParaRPr>
          </a:p>
        </p:txBody>
      </p:sp>
      <p:sp>
        <p:nvSpPr>
          <p:cNvPr id="10" name="object 10"/>
          <p:cNvSpPr txBox="1"/>
          <p:nvPr/>
        </p:nvSpPr>
        <p:spPr>
          <a:xfrm>
            <a:off x="1643020" y="3638011"/>
            <a:ext cx="10496550" cy="536471"/>
          </a:xfrm>
          <a:prstGeom prst="rect">
            <a:avLst/>
          </a:prstGeom>
        </p:spPr>
        <p:txBody>
          <a:bodyPr vert="horz" wrap="square" lIns="0" tIns="23283" rIns="0" bIns="0" rtlCol="0">
            <a:spAutoFit/>
          </a:bodyPr>
          <a:lstStyle/>
          <a:p>
            <a:pPr marL="10583" marR="4233">
              <a:lnSpc>
                <a:spcPts val="1958"/>
              </a:lnSpc>
              <a:spcBef>
                <a:spcPts val="183"/>
              </a:spcBef>
            </a:pPr>
            <a:r>
              <a:rPr sz="1667" spc="83" dirty="0">
                <a:solidFill>
                  <a:srgbClr val="262424"/>
                </a:solidFill>
                <a:latin typeface="Trebuchet MS"/>
                <a:cs typeface="Trebuchet MS"/>
              </a:rPr>
              <a:t>Features</a:t>
            </a:r>
            <a:r>
              <a:rPr sz="1667" spc="33" dirty="0">
                <a:solidFill>
                  <a:srgbClr val="262424"/>
                </a:solidFill>
                <a:latin typeface="Trebuchet MS"/>
                <a:cs typeface="Trebuchet MS"/>
              </a:rPr>
              <a:t> </a:t>
            </a:r>
            <a:r>
              <a:rPr sz="1667" spc="67" dirty="0">
                <a:solidFill>
                  <a:srgbClr val="262424"/>
                </a:solidFill>
                <a:latin typeface="Trebuchet MS"/>
                <a:cs typeface="Trebuchet MS"/>
              </a:rPr>
              <a:t>specific</a:t>
            </a:r>
            <a:r>
              <a:rPr sz="1667" spc="33" dirty="0">
                <a:solidFill>
                  <a:srgbClr val="262424"/>
                </a:solidFill>
                <a:latin typeface="Trebuchet MS"/>
                <a:cs typeface="Trebuchet MS"/>
              </a:rPr>
              <a:t> </a:t>
            </a:r>
            <a:r>
              <a:rPr sz="1667" spc="50" dirty="0">
                <a:solidFill>
                  <a:srgbClr val="262424"/>
                </a:solidFill>
                <a:latin typeface="Trebuchet MS"/>
                <a:cs typeface="Trebuchet MS"/>
              </a:rPr>
              <a:t>to</a:t>
            </a:r>
            <a:r>
              <a:rPr sz="1667" spc="37" dirty="0">
                <a:solidFill>
                  <a:srgbClr val="262424"/>
                </a:solidFill>
                <a:latin typeface="Trebuchet MS"/>
                <a:cs typeface="Trebuchet MS"/>
              </a:rPr>
              <a:t> </a:t>
            </a:r>
            <a:r>
              <a:rPr sz="1667" spc="121" dirty="0">
                <a:solidFill>
                  <a:srgbClr val="262424"/>
                </a:solidFill>
                <a:latin typeface="Trebuchet MS"/>
                <a:cs typeface="Trebuchet MS"/>
              </a:rPr>
              <a:t>disease</a:t>
            </a:r>
            <a:r>
              <a:rPr sz="1667" spc="37" dirty="0">
                <a:solidFill>
                  <a:srgbClr val="262424"/>
                </a:solidFill>
                <a:latin typeface="Trebuchet MS"/>
                <a:cs typeface="Trebuchet MS"/>
              </a:rPr>
              <a:t> </a:t>
            </a:r>
            <a:r>
              <a:rPr sz="1667" spc="58" dirty="0">
                <a:solidFill>
                  <a:srgbClr val="262424"/>
                </a:solidFill>
                <a:latin typeface="Trebuchet MS"/>
                <a:cs typeface="Trebuchet MS"/>
              </a:rPr>
              <a:t>detection,</a:t>
            </a:r>
            <a:r>
              <a:rPr sz="1667" spc="33" dirty="0">
                <a:solidFill>
                  <a:srgbClr val="262424"/>
                </a:solidFill>
                <a:latin typeface="Trebuchet MS"/>
                <a:cs typeface="Trebuchet MS"/>
              </a:rPr>
              <a:t> </a:t>
            </a:r>
            <a:r>
              <a:rPr sz="1667" spc="142" dirty="0">
                <a:solidFill>
                  <a:srgbClr val="262424"/>
                </a:solidFill>
                <a:latin typeface="Trebuchet MS"/>
                <a:cs typeface="Trebuchet MS"/>
              </a:rPr>
              <a:t>such</a:t>
            </a:r>
            <a:r>
              <a:rPr sz="1667" spc="37" dirty="0">
                <a:solidFill>
                  <a:srgbClr val="262424"/>
                </a:solidFill>
                <a:latin typeface="Trebuchet MS"/>
                <a:cs typeface="Trebuchet MS"/>
              </a:rPr>
              <a:t> </a:t>
            </a:r>
            <a:r>
              <a:rPr sz="1667" spc="158" dirty="0">
                <a:solidFill>
                  <a:srgbClr val="262424"/>
                </a:solidFill>
                <a:latin typeface="Trebuchet MS"/>
                <a:cs typeface="Trebuchet MS"/>
              </a:rPr>
              <a:t>as</a:t>
            </a:r>
            <a:r>
              <a:rPr sz="1667" spc="33" dirty="0">
                <a:solidFill>
                  <a:srgbClr val="262424"/>
                </a:solidFill>
                <a:latin typeface="Trebuchet MS"/>
                <a:cs typeface="Trebuchet MS"/>
              </a:rPr>
              <a:t> </a:t>
            </a:r>
            <a:r>
              <a:rPr sz="1667" spc="46" dirty="0">
                <a:solidFill>
                  <a:srgbClr val="262424"/>
                </a:solidFill>
                <a:latin typeface="Trebuchet MS"/>
                <a:cs typeface="Trebuchet MS"/>
              </a:rPr>
              <a:t>leaf</a:t>
            </a:r>
            <a:r>
              <a:rPr sz="1667" spc="42" dirty="0">
                <a:solidFill>
                  <a:srgbClr val="262424"/>
                </a:solidFill>
                <a:latin typeface="Trebuchet MS"/>
                <a:cs typeface="Trebuchet MS"/>
              </a:rPr>
              <a:t> </a:t>
            </a:r>
            <a:r>
              <a:rPr sz="1667" spc="62" dirty="0">
                <a:solidFill>
                  <a:srgbClr val="262424"/>
                </a:solidFill>
                <a:latin typeface="Trebuchet MS"/>
                <a:cs typeface="Trebuchet MS"/>
              </a:rPr>
              <a:t>color</a:t>
            </a:r>
            <a:r>
              <a:rPr sz="1667" spc="37" dirty="0">
                <a:solidFill>
                  <a:srgbClr val="262424"/>
                </a:solidFill>
                <a:latin typeface="Trebuchet MS"/>
                <a:cs typeface="Trebuchet MS"/>
              </a:rPr>
              <a:t> </a:t>
            </a:r>
            <a:r>
              <a:rPr sz="1667" spc="133" dirty="0">
                <a:solidFill>
                  <a:srgbClr val="262424"/>
                </a:solidFill>
                <a:latin typeface="Trebuchet MS"/>
                <a:cs typeface="Trebuchet MS"/>
              </a:rPr>
              <a:t>and</a:t>
            </a:r>
            <a:r>
              <a:rPr sz="1667" spc="33" dirty="0">
                <a:solidFill>
                  <a:srgbClr val="262424"/>
                </a:solidFill>
                <a:latin typeface="Trebuchet MS"/>
                <a:cs typeface="Trebuchet MS"/>
              </a:rPr>
              <a:t> </a:t>
            </a:r>
            <a:r>
              <a:rPr sz="1667" spc="104" dirty="0">
                <a:solidFill>
                  <a:srgbClr val="262424"/>
                </a:solidFill>
                <a:latin typeface="Trebuchet MS"/>
                <a:cs typeface="Trebuchet MS"/>
              </a:rPr>
              <a:t>shape,</a:t>
            </a:r>
            <a:r>
              <a:rPr sz="1667" spc="37" dirty="0">
                <a:solidFill>
                  <a:srgbClr val="262424"/>
                </a:solidFill>
                <a:latin typeface="Trebuchet MS"/>
                <a:cs typeface="Trebuchet MS"/>
              </a:rPr>
              <a:t> </a:t>
            </a:r>
            <a:r>
              <a:rPr sz="1667" spc="83" dirty="0">
                <a:solidFill>
                  <a:srgbClr val="262424"/>
                </a:solidFill>
                <a:latin typeface="Trebuchet MS"/>
                <a:cs typeface="Trebuchet MS"/>
              </a:rPr>
              <a:t>are</a:t>
            </a:r>
            <a:r>
              <a:rPr sz="1667" spc="37" dirty="0">
                <a:solidFill>
                  <a:srgbClr val="262424"/>
                </a:solidFill>
                <a:latin typeface="Trebuchet MS"/>
                <a:cs typeface="Trebuchet MS"/>
              </a:rPr>
              <a:t> </a:t>
            </a:r>
            <a:r>
              <a:rPr sz="1667" spc="79" dirty="0">
                <a:solidFill>
                  <a:srgbClr val="262424"/>
                </a:solidFill>
                <a:latin typeface="Trebuchet MS"/>
                <a:cs typeface="Trebuchet MS"/>
              </a:rPr>
              <a:t>extracted</a:t>
            </a:r>
            <a:r>
              <a:rPr sz="1667" spc="33" dirty="0">
                <a:solidFill>
                  <a:srgbClr val="262424"/>
                </a:solidFill>
                <a:latin typeface="Trebuchet MS"/>
                <a:cs typeface="Trebuchet MS"/>
              </a:rPr>
              <a:t> </a:t>
            </a:r>
            <a:r>
              <a:rPr sz="1667" spc="75" dirty="0">
                <a:solidFill>
                  <a:srgbClr val="262424"/>
                </a:solidFill>
                <a:latin typeface="Trebuchet MS"/>
                <a:cs typeface="Trebuchet MS"/>
              </a:rPr>
              <a:t>from</a:t>
            </a:r>
            <a:r>
              <a:rPr sz="1667" spc="42" dirty="0">
                <a:solidFill>
                  <a:srgbClr val="262424"/>
                </a:solidFill>
                <a:latin typeface="Trebuchet MS"/>
                <a:cs typeface="Trebuchet MS"/>
              </a:rPr>
              <a:t> </a:t>
            </a:r>
            <a:r>
              <a:rPr sz="1667" spc="83" dirty="0">
                <a:solidFill>
                  <a:srgbClr val="262424"/>
                </a:solidFill>
                <a:latin typeface="Trebuchet MS"/>
                <a:cs typeface="Trebuchet MS"/>
              </a:rPr>
              <a:t>the</a:t>
            </a:r>
            <a:r>
              <a:rPr sz="1667" spc="37" dirty="0">
                <a:solidFill>
                  <a:srgbClr val="262424"/>
                </a:solidFill>
                <a:latin typeface="Trebuchet MS"/>
                <a:cs typeface="Trebuchet MS"/>
              </a:rPr>
              <a:t> </a:t>
            </a:r>
            <a:r>
              <a:rPr sz="1667" spc="167" dirty="0">
                <a:solidFill>
                  <a:srgbClr val="262424"/>
                </a:solidFill>
                <a:latin typeface="Trebuchet MS"/>
                <a:cs typeface="Trebuchet MS"/>
              </a:rPr>
              <a:t>segme </a:t>
            </a:r>
            <a:r>
              <a:rPr sz="1667" spc="100" dirty="0">
                <a:solidFill>
                  <a:srgbClr val="262424"/>
                </a:solidFill>
                <a:latin typeface="Trebuchet MS"/>
                <a:cs typeface="Trebuchet MS"/>
              </a:rPr>
              <a:t>images.</a:t>
            </a:r>
            <a:endParaRPr sz="1667">
              <a:latin typeface="Trebuchet MS"/>
              <a:cs typeface="Trebuchet MS"/>
            </a:endParaRPr>
          </a:p>
        </p:txBody>
      </p:sp>
      <p:sp>
        <p:nvSpPr>
          <p:cNvPr id="11" name="object 11"/>
          <p:cNvSpPr txBox="1"/>
          <p:nvPr/>
        </p:nvSpPr>
        <p:spPr>
          <a:xfrm>
            <a:off x="691419" y="4457012"/>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5</a:t>
            </a:r>
            <a:endParaRPr sz="1917">
              <a:latin typeface="Trebuchet MS"/>
              <a:cs typeface="Trebuchet MS"/>
            </a:endParaRPr>
          </a:p>
        </p:txBody>
      </p:sp>
      <p:sp>
        <p:nvSpPr>
          <p:cNvPr id="12" name="object 12"/>
          <p:cNvSpPr txBox="1"/>
          <p:nvPr/>
        </p:nvSpPr>
        <p:spPr>
          <a:xfrm>
            <a:off x="1643020" y="4507410"/>
            <a:ext cx="10296525" cy="267231"/>
          </a:xfrm>
          <a:prstGeom prst="rect">
            <a:avLst/>
          </a:prstGeom>
        </p:spPr>
        <p:txBody>
          <a:bodyPr vert="horz" wrap="square" lIns="0" tIns="10583" rIns="0" bIns="0" rtlCol="0">
            <a:spAutoFit/>
          </a:bodyPr>
          <a:lstStyle/>
          <a:p>
            <a:pPr marL="10583">
              <a:spcBef>
                <a:spcPts val="83"/>
              </a:spcBef>
            </a:pPr>
            <a:r>
              <a:rPr sz="1667" spc="100" dirty="0">
                <a:solidFill>
                  <a:srgbClr val="262424"/>
                </a:solidFill>
                <a:latin typeface="Trebuchet MS"/>
                <a:cs typeface="Trebuchet MS"/>
              </a:rPr>
              <a:t>The</a:t>
            </a:r>
            <a:r>
              <a:rPr sz="1667" spc="37" dirty="0">
                <a:solidFill>
                  <a:srgbClr val="262424"/>
                </a:solidFill>
                <a:latin typeface="Trebuchet MS"/>
                <a:cs typeface="Trebuchet MS"/>
              </a:rPr>
              <a:t> </a:t>
            </a:r>
            <a:r>
              <a:rPr sz="1667" spc="54" dirty="0">
                <a:solidFill>
                  <a:srgbClr val="262424"/>
                </a:solidFill>
                <a:latin typeface="Trebuchet MS"/>
                <a:cs typeface="Trebuchet MS"/>
              </a:rPr>
              <a:t>pre-</a:t>
            </a:r>
            <a:r>
              <a:rPr sz="1667" spc="75" dirty="0">
                <a:solidFill>
                  <a:srgbClr val="262424"/>
                </a:solidFill>
                <a:latin typeface="Trebuchet MS"/>
                <a:cs typeface="Trebuchet MS"/>
              </a:rPr>
              <a:t>trained</a:t>
            </a:r>
            <a:r>
              <a:rPr sz="1667" spc="37" dirty="0">
                <a:solidFill>
                  <a:srgbClr val="262424"/>
                </a:solidFill>
                <a:latin typeface="Trebuchet MS"/>
                <a:cs typeface="Trebuchet MS"/>
              </a:rPr>
              <a:t> </a:t>
            </a:r>
            <a:r>
              <a:rPr sz="1667" spc="175" dirty="0">
                <a:solidFill>
                  <a:srgbClr val="262424"/>
                </a:solidFill>
                <a:latin typeface="Trebuchet MS"/>
                <a:cs typeface="Trebuchet MS"/>
              </a:rPr>
              <a:t>CNN</a:t>
            </a:r>
            <a:r>
              <a:rPr sz="1667" spc="42" dirty="0">
                <a:solidFill>
                  <a:srgbClr val="262424"/>
                </a:solidFill>
                <a:latin typeface="Trebuchet MS"/>
                <a:cs typeface="Trebuchet MS"/>
              </a:rPr>
              <a:t> </a:t>
            </a:r>
            <a:r>
              <a:rPr sz="1667" spc="112" dirty="0">
                <a:solidFill>
                  <a:srgbClr val="262424"/>
                </a:solidFill>
                <a:latin typeface="Trebuchet MS"/>
                <a:cs typeface="Trebuchet MS"/>
              </a:rPr>
              <a:t>model</a:t>
            </a:r>
            <a:r>
              <a:rPr sz="1667" spc="29" dirty="0">
                <a:solidFill>
                  <a:srgbClr val="262424"/>
                </a:solidFill>
                <a:latin typeface="Trebuchet MS"/>
                <a:cs typeface="Trebuchet MS"/>
              </a:rPr>
              <a:t> </a:t>
            </a:r>
            <a:r>
              <a:rPr sz="1667" spc="112" dirty="0">
                <a:solidFill>
                  <a:srgbClr val="262424"/>
                </a:solidFill>
                <a:latin typeface="Trebuchet MS"/>
                <a:cs typeface="Trebuchet MS"/>
              </a:rPr>
              <a:t>analyzes</a:t>
            </a:r>
            <a:r>
              <a:rPr sz="1667" spc="37" dirty="0">
                <a:solidFill>
                  <a:srgbClr val="262424"/>
                </a:solidFill>
                <a:latin typeface="Trebuchet MS"/>
                <a:cs typeface="Trebuchet MS"/>
              </a:rPr>
              <a:t> </a:t>
            </a:r>
            <a:r>
              <a:rPr sz="1667" spc="108" dirty="0">
                <a:solidFill>
                  <a:srgbClr val="262424"/>
                </a:solidFill>
                <a:latin typeface="Trebuchet MS"/>
                <a:cs typeface="Trebuchet MS"/>
              </a:rPr>
              <a:t>these</a:t>
            </a:r>
            <a:r>
              <a:rPr sz="1667" spc="42" dirty="0">
                <a:solidFill>
                  <a:srgbClr val="262424"/>
                </a:solidFill>
                <a:latin typeface="Trebuchet MS"/>
                <a:cs typeface="Trebuchet MS"/>
              </a:rPr>
              <a:t> </a:t>
            </a:r>
            <a:r>
              <a:rPr sz="1667" spc="83" dirty="0">
                <a:solidFill>
                  <a:srgbClr val="262424"/>
                </a:solidFill>
                <a:latin typeface="Trebuchet MS"/>
                <a:cs typeface="Trebuchet MS"/>
              </a:rPr>
              <a:t>features</a:t>
            </a:r>
            <a:r>
              <a:rPr sz="1667" spc="33" dirty="0">
                <a:solidFill>
                  <a:srgbClr val="262424"/>
                </a:solidFill>
                <a:latin typeface="Trebuchet MS"/>
                <a:cs typeface="Trebuchet MS"/>
              </a:rPr>
              <a:t> </a:t>
            </a:r>
            <a:r>
              <a:rPr sz="1667" spc="50" dirty="0">
                <a:solidFill>
                  <a:srgbClr val="262424"/>
                </a:solidFill>
                <a:latin typeface="Trebuchet MS"/>
                <a:cs typeface="Trebuchet MS"/>
              </a:rPr>
              <a:t>to</a:t>
            </a:r>
            <a:r>
              <a:rPr sz="1667" spc="37" dirty="0">
                <a:solidFill>
                  <a:srgbClr val="262424"/>
                </a:solidFill>
                <a:latin typeface="Trebuchet MS"/>
                <a:cs typeface="Trebuchet MS"/>
              </a:rPr>
              <a:t> </a:t>
            </a:r>
            <a:r>
              <a:rPr sz="1667" spc="58" dirty="0">
                <a:solidFill>
                  <a:srgbClr val="262424"/>
                </a:solidFill>
                <a:latin typeface="Trebuchet MS"/>
                <a:cs typeface="Trebuchet MS"/>
              </a:rPr>
              <a:t>predict</a:t>
            </a:r>
            <a:r>
              <a:rPr sz="1667" spc="33" dirty="0">
                <a:solidFill>
                  <a:srgbClr val="262424"/>
                </a:solidFill>
                <a:latin typeface="Trebuchet MS"/>
                <a:cs typeface="Trebuchet MS"/>
              </a:rPr>
              <a:t> </a:t>
            </a:r>
            <a:r>
              <a:rPr sz="1667" spc="83" dirty="0">
                <a:solidFill>
                  <a:srgbClr val="262424"/>
                </a:solidFill>
                <a:latin typeface="Trebuchet MS"/>
                <a:cs typeface="Trebuchet MS"/>
              </a:rPr>
              <a:t>the</a:t>
            </a:r>
            <a:r>
              <a:rPr sz="1667" spc="37" dirty="0">
                <a:solidFill>
                  <a:srgbClr val="262424"/>
                </a:solidFill>
                <a:latin typeface="Trebuchet MS"/>
                <a:cs typeface="Trebuchet MS"/>
              </a:rPr>
              <a:t> </a:t>
            </a:r>
            <a:r>
              <a:rPr sz="1667" spc="54" dirty="0">
                <a:solidFill>
                  <a:srgbClr val="262424"/>
                </a:solidFill>
                <a:latin typeface="Trebuchet MS"/>
                <a:cs typeface="Trebuchet MS"/>
              </a:rPr>
              <a:t>likelihood</a:t>
            </a:r>
            <a:r>
              <a:rPr sz="1667" spc="37" dirty="0">
                <a:solidFill>
                  <a:srgbClr val="262424"/>
                </a:solidFill>
                <a:latin typeface="Trebuchet MS"/>
                <a:cs typeface="Trebuchet MS"/>
              </a:rPr>
              <a:t> </a:t>
            </a:r>
            <a:r>
              <a:rPr sz="1667" spc="42" dirty="0">
                <a:solidFill>
                  <a:srgbClr val="262424"/>
                </a:solidFill>
                <a:latin typeface="Trebuchet MS"/>
                <a:cs typeface="Trebuchet MS"/>
              </a:rPr>
              <a:t>of</a:t>
            </a:r>
            <a:r>
              <a:rPr sz="1667" spc="37" dirty="0">
                <a:solidFill>
                  <a:srgbClr val="262424"/>
                </a:solidFill>
                <a:latin typeface="Trebuchet MS"/>
                <a:cs typeface="Trebuchet MS"/>
              </a:rPr>
              <a:t> </a:t>
            </a:r>
            <a:r>
              <a:rPr sz="1667" spc="121" dirty="0">
                <a:solidFill>
                  <a:srgbClr val="262424"/>
                </a:solidFill>
                <a:latin typeface="Trebuchet MS"/>
                <a:cs typeface="Trebuchet MS"/>
              </a:rPr>
              <a:t>disease</a:t>
            </a:r>
            <a:r>
              <a:rPr sz="1667" spc="42" dirty="0">
                <a:solidFill>
                  <a:srgbClr val="262424"/>
                </a:solidFill>
                <a:latin typeface="Trebuchet MS"/>
                <a:cs typeface="Trebuchet MS"/>
              </a:rPr>
              <a:t> </a:t>
            </a:r>
            <a:r>
              <a:rPr sz="1667" spc="33" dirty="0">
                <a:solidFill>
                  <a:srgbClr val="262424"/>
                </a:solidFill>
                <a:latin typeface="Trebuchet MS"/>
                <a:cs typeface="Trebuchet MS"/>
              </a:rPr>
              <a:t>infection.</a:t>
            </a:r>
            <a:endParaRPr sz="1667">
              <a:latin typeface="Trebuchet MS"/>
              <a:cs typeface="Trebuchet MS"/>
            </a:endParaRPr>
          </a:p>
        </p:txBody>
      </p:sp>
      <p:sp>
        <p:nvSpPr>
          <p:cNvPr id="13" name="object 13"/>
          <p:cNvSpPr txBox="1"/>
          <p:nvPr/>
        </p:nvSpPr>
        <p:spPr>
          <a:xfrm>
            <a:off x="691419" y="5181218"/>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6</a:t>
            </a:r>
            <a:endParaRPr sz="1917">
              <a:latin typeface="Trebuchet MS"/>
              <a:cs typeface="Trebuchet MS"/>
            </a:endParaRPr>
          </a:p>
        </p:txBody>
      </p:sp>
      <p:sp>
        <p:nvSpPr>
          <p:cNvPr id="14" name="object 14"/>
          <p:cNvSpPr txBox="1"/>
          <p:nvPr/>
        </p:nvSpPr>
        <p:spPr>
          <a:xfrm>
            <a:off x="1643020" y="5086710"/>
            <a:ext cx="10145183" cy="536471"/>
          </a:xfrm>
          <a:prstGeom prst="rect">
            <a:avLst/>
          </a:prstGeom>
        </p:spPr>
        <p:txBody>
          <a:bodyPr vert="horz" wrap="square" lIns="0" tIns="23283" rIns="0" bIns="0" rtlCol="0">
            <a:spAutoFit/>
          </a:bodyPr>
          <a:lstStyle/>
          <a:p>
            <a:pPr marL="10583" marR="4233">
              <a:lnSpc>
                <a:spcPts val="1958"/>
              </a:lnSpc>
              <a:spcBef>
                <a:spcPts val="183"/>
              </a:spcBef>
            </a:pPr>
            <a:r>
              <a:rPr sz="1667" spc="100" dirty="0">
                <a:solidFill>
                  <a:srgbClr val="262424"/>
                </a:solidFill>
                <a:latin typeface="Trebuchet MS"/>
                <a:cs typeface="Trebuchet MS"/>
              </a:rPr>
              <a:t>The</a:t>
            </a:r>
            <a:r>
              <a:rPr sz="1667" spc="46" dirty="0">
                <a:solidFill>
                  <a:srgbClr val="262424"/>
                </a:solidFill>
                <a:latin typeface="Trebuchet MS"/>
                <a:cs typeface="Trebuchet MS"/>
              </a:rPr>
              <a:t> </a:t>
            </a:r>
            <a:r>
              <a:rPr sz="1667" spc="133" dirty="0">
                <a:solidFill>
                  <a:srgbClr val="262424"/>
                </a:solidFill>
                <a:latin typeface="Trebuchet MS"/>
                <a:cs typeface="Trebuchet MS"/>
              </a:rPr>
              <a:t>model's</a:t>
            </a:r>
            <a:r>
              <a:rPr sz="1667" spc="42" dirty="0">
                <a:solidFill>
                  <a:srgbClr val="262424"/>
                </a:solidFill>
                <a:latin typeface="Trebuchet MS"/>
                <a:cs typeface="Trebuchet MS"/>
              </a:rPr>
              <a:t> </a:t>
            </a:r>
            <a:r>
              <a:rPr sz="1667" spc="75" dirty="0">
                <a:solidFill>
                  <a:srgbClr val="262424"/>
                </a:solidFill>
                <a:latin typeface="Trebuchet MS"/>
                <a:cs typeface="Trebuchet MS"/>
              </a:rPr>
              <a:t>predictions</a:t>
            </a:r>
            <a:r>
              <a:rPr sz="1667" spc="42" dirty="0">
                <a:solidFill>
                  <a:srgbClr val="262424"/>
                </a:solidFill>
                <a:latin typeface="Trebuchet MS"/>
                <a:cs typeface="Trebuchet MS"/>
              </a:rPr>
              <a:t> </a:t>
            </a:r>
            <a:r>
              <a:rPr sz="1667" spc="133" dirty="0">
                <a:solidFill>
                  <a:srgbClr val="262424"/>
                </a:solidFill>
                <a:latin typeface="Trebuchet MS"/>
                <a:cs typeface="Trebuchet MS"/>
              </a:rPr>
              <a:t>and</a:t>
            </a:r>
            <a:r>
              <a:rPr sz="1667" spc="42" dirty="0">
                <a:solidFill>
                  <a:srgbClr val="262424"/>
                </a:solidFill>
                <a:latin typeface="Trebuchet MS"/>
                <a:cs typeface="Trebuchet MS"/>
              </a:rPr>
              <a:t> </a:t>
            </a:r>
            <a:r>
              <a:rPr sz="1667" spc="112" dirty="0">
                <a:solidFill>
                  <a:srgbClr val="262424"/>
                </a:solidFill>
                <a:latin typeface="Trebuchet MS"/>
                <a:cs typeface="Trebuchet MS"/>
              </a:rPr>
              <a:t>recommendations</a:t>
            </a:r>
            <a:r>
              <a:rPr sz="1667" spc="46" dirty="0">
                <a:solidFill>
                  <a:srgbClr val="262424"/>
                </a:solidFill>
                <a:latin typeface="Trebuchet MS"/>
                <a:cs typeface="Trebuchet MS"/>
              </a:rPr>
              <a:t> </a:t>
            </a:r>
            <a:r>
              <a:rPr sz="1667" spc="83" dirty="0">
                <a:solidFill>
                  <a:srgbClr val="262424"/>
                </a:solidFill>
                <a:latin typeface="Trebuchet MS"/>
                <a:cs typeface="Trebuchet MS"/>
              </a:rPr>
              <a:t>are</a:t>
            </a:r>
            <a:r>
              <a:rPr sz="1667" spc="46" dirty="0">
                <a:solidFill>
                  <a:srgbClr val="262424"/>
                </a:solidFill>
                <a:latin typeface="Trebuchet MS"/>
                <a:cs typeface="Trebuchet MS"/>
              </a:rPr>
              <a:t> </a:t>
            </a:r>
            <a:r>
              <a:rPr sz="1667" spc="100" dirty="0">
                <a:solidFill>
                  <a:srgbClr val="262424"/>
                </a:solidFill>
                <a:latin typeface="Trebuchet MS"/>
                <a:cs typeface="Trebuchet MS"/>
              </a:rPr>
              <a:t>presented</a:t>
            </a:r>
            <a:r>
              <a:rPr sz="1667" spc="42" dirty="0">
                <a:solidFill>
                  <a:srgbClr val="262424"/>
                </a:solidFill>
                <a:latin typeface="Trebuchet MS"/>
                <a:cs typeface="Trebuchet MS"/>
              </a:rPr>
              <a:t> </a:t>
            </a:r>
            <a:r>
              <a:rPr sz="1667" spc="58" dirty="0">
                <a:solidFill>
                  <a:srgbClr val="262424"/>
                </a:solidFill>
                <a:latin typeface="Trebuchet MS"/>
                <a:cs typeface="Trebuchet MS"/>
              </a:rPr>
              <a:t>in</a:t>
            </a:r>
            <a:r>
              <a:rPr sz="1667" spc="42" dirty="0">
                <a:solidFill>
                  <a:srgbClr val="262424"/>
                </a:solidFill>
                <a:latin typeface="Trebuchet MS"/>
                <a:cs typeface="Trebuchet MS"/>
              </a:rPr>
              <a:t> </a:t>
            </a:r>
            <a:r>
              <a:rPr sz="1667" spc="137" dirty="0">
                <a:solidFill>
                  <a:srgbClr val="262424"/>
                </a:solidFill>
                <a:latin typeface="Trebuchet MS"/>
                <a:cs typeface="Trebuchet MS"/>
              </a:rPr>
              <a:t>a</a:t>
            </a:r>
            <a:r>
              <a:rPr sz="1667" spc="42" dirty="0">
                <a:solidFill>
                  <a:srgbClr val="262424"/>
                </a:solidFill>
                <a:latin typeface="Trebuchet MS"/>
                <a:cs typeface="Trebuchet MS"/>
              </a:rPr>
              <a:t> </a:t>
            </a:r>
            <a:r>
              <a:rPr sz="1667" spc="71" dirty="0">
                <a:solidFill>
                  <a:srgbClr val="262424"/>
                </a:solidFill>
                <a:latin typeface="Trebuchet MS"/>
                <a:cs typeface="Trebuchet MS"/>
              </a:rPr>
              <a:t>user-</a:t>
            </a:r>
            <a:r>
              <a:rPr sz="1667" spc="58" dirty="0">
                <a:solidFill>
                  <a:srgbClr val="262424"/>
                </a:solidFill>
                <a:latin typeface="Trebuchet MS"/>
                <a:cs typeface="Trebuchet MS"/>
              </a:rPr>
              <a:t>friendly</a:t>
            </a:r>
            <a:r>
              <a:rPr sz="1667" spc="50" dirty="0">
                <a:solidFill>
                  <a:srgbClr val="262424"/>
                </a:solidFill>
                <a:latin typeface="Trebuchet MS"/>
                <a:cs typeface="Trebuchet MS"/>
              </a:rPr>
              <a:t> </a:t>
            </a:r>
            <a:r>
              <a:rPr sz="1667" spc="125" dirty="0">
                <a:solidFill>
                  <a:srgbClr val="262424"/>
                </a:solidFill>
                <a:latin typeface="Trebuchet MS"/>
                <a:cs typeface="Trebuchet MS"/>
              </a:rPr>
              <a:t>web</a:t>
            </a:r>
            <a:r>
              <a:rPr sz="1667" spc="42" dirty="0">
                <a:solidFill>
                  <a:srgbClr val="262424"/>
                </a:solidFill>
                <a:latin typeface="Trebuchet MS"/>
                <a:cs typeface="Trebuchet MS"/>
              </a:rPr>
              <a:t> </a:t>
            </a:r>
            <a:r>
              <a:rPr sz="1667" spc="62" dirty="0">
                <a:solidFill>
                  <a:srgbClr val="262424"/>
                </a:solidFill>
                <a:latin typeface="Trebuchet MS"/>
                <a:cs typeface="Trebuchet MS"/>
              </a:rPr>
              <a:t>application </a:t>
            </a:r>
            <a:r>
              <a:rPr sz="1667" dirty="0">
                <a:solidFill>
                  <a:srgbClr val="262424"/>
                </a:solidFill>
                <a:latin typeface="Trebuchet MS"/>
                <a:cs typeface="Trebuchet MS"/>
              </a:rPr>
              <a:t>for</a:t>
            </a:r>
            <a:r>
              <a:rPr sz="1667" spc="146" dirty="0">
                <a:solidFill>
                  <a:srgbClr val="262424"/>
                </a:solidFill>
                <a:latin typeface="Trebuchet MS"/>
                <a:cs typeface="Trebuchet MS"/>
              </a:rPr>
              <a:t> </a:t>
            </a:r>
            <a:r>
              <a:rPr sz="1667" spc="67" dirty="0">
                <a:solidFill>
                  <a:srgbClr val="262424"/>
                </a:solidFill>
                <a:latin typeface="Trebuchet MS"/>
                <a:cs typeface="Trebuchet MS"/>
              </a:rPr>
              <a:t>farmers.</a:t>
            </a:r>
            <a:endParaRPr sz="1667">
              <a:latin typeface="Trebuchet MS"/>
              <a:cs typeface="Trebuchet MS"/>
            </a:endParaRPr>
          </a:p>
        </p:txBody>
      </p:sp>
      <p:sp>
        <p:nvSpPr>
          <p:cNvPr id="15" name="object 15"/>
          <p:cNvSpPr txBox="1"/>
          <p:nvPr/>
        </p:nvSpPr>
        <p:spPr>
          <a:xfrm>
            <a:off x="691419" y="5905712"/>
            <a:ext cx="190500" cy="305169"/>
          </a:xfrm>
          <a:prstGeom prst="rect">
            <a:avLst/>
          </a:prstGeom>
        </p:spPr>
        <p:txBody>
          <a:bodyPr vert="horz" wrap="square" lIns="0" tIns="10054" rIns="0" bIns="0" rtlCol="0">
            <a:spAutoFit/>
          </a:bodyPr>
          <a:lstStyle/>
          <a:p>
            <a:pPr marL="10583">
              <a:spcBef>
                <a:spcPts val="79"/>
              </a:spcBef>
            </a:pPr>
            <a:r>
              <a:rPr sz="1917" b="1" spc="158" dirty="0">
                <a:solidFill>
                  <a:srgbClr val="262424"/>
                </a:solidFill>
                <a:latin typeface="Trebuchet MS"/>
                <a:cs typeface="Trebuchet MS"/>
              </a:rPr>
              <a:t>7</a:t>
            </a:r>
            <a:endParaRPr sz="1917">
              <a:latin typeface="Trebuchet MS"/>
              <a:cs typeface="Trebuchet MS"/>
            </a:endParaRPr>
          </a:p>
        </p:txBody>
      </p:sp>
      <p:sp>
        <p:nvSpPr>
          <p:cNvPr id="16" name="object 16"/>
          <p:cNvSpPr txBox="1"/>
          <p:nvPr/>
        </p:nvSpPr>
        <p:spPr>
          <a:xfrm>
            <a:off x="1643021" y="5830116"/>
            <a:ext cx="10262129" cy="536471"/>
          </a:xfrm>
          <a:prstGeom prst="rect">
            <a:avLst/>
          </a:prstGeom>
        </p:spPr>
        <p:txBody>
          <a:bodyPr vert="horz" wrap="square" lIns="0" tIns="23283" rIns="0" bIns="0" rtlCol="0">
            <a:spAutoFit/>
          </a:bodyPr>
          <a:lstStyle/>
          <a:p>
            <a:pPr marL="10583" marR="4233">
              <a:lnSpc>
                <a:spcPts val="1958"/>
              </a:lnSpc>
              <a:spcBef>
                <a:spcPts val="183"/>
              </a:spcBef>
            </a:pPr>
            <a:r>
              <a:rPr sz="1667" spc="58" dirty="0">
                <a:solidFill>
                  <a:srgbClr val="262424"/>
                </a:solidFill>
                <a:latin typeface="Trebuchet MS"/>
                <a:cs typeface="Trebuchet MS"/>
              </a:rPr>
              <a:t>IoT </a:t>
            </a:r>
            <a:r>
              <a:rPr sz="1667" spc="112" dirty="0">
                <a:solidFill>
                  <a:srgbClr val="262424"/>
                </a:solidFill>
                <a:latin typeface="Trebuchet MS"/>
                <a:cs typeface="Trebuchet MS"/>
              </a:rPr>
              <a:t>devices</a:t>
            </a:r>
            <a:r>
              <a:rPr sz="1667" spc="58" dirty="0">
                <a:solidFill>
                  <a:srgbClr val="262424"/>
                </a:solidFill>
                <a:latin typeface="Trebuchet MS"/>
                <a:cs typeface="Trebuchet MS"/>
              </a:rPr>
              <a:t> </a:t>
            </a:r>
            <a:r>
              <a:rPr sz="1667" spc="87" dirty="0">
                <a:solidFill>
                  <a:srgbClr val="262424"/>
                </a:solidFill>
                <a:latin typeface="Trebuchet MS"/>
                <a:cs typeface="Trebuchet MS"/>
              </a:rPr>
              <a:t>provide</a:t>
            </a:r>
            <a:r>
              <a:rPr sz="1667" spc="62" dirty="0">
                <a:solidFill>
                  <a:srgbClr val="262424"/>
                </a:solidFill>
                <a:latin typeface="Trebuchet MS"/>
                <a:cs typeface="Trebuchet MS"/>
              </a:rPr>
              <a:t> </a:t>
            </a:r>
            <a:r>
              <a:rPr sz="1667" dirty="0">
                <a:solidFill>
                  <a:srgbClr val="262424"/>
                </a:solidFill>
                <a:latin typeface="Trebuchet MS"/>
                <a:cs typeface="Trebuchet MS"/>
              </a:rPr>
              <a:t>real-</a:t>
            </a:r>
            <a:r>
              <a:rPr sz="1667" spc="75" dirty="0">
                <a:solidFill>
                  <a:srgbClr val="262424"/>
                </a:solidFill>
                <a:latin typeface="Trebuchet MS"/>
                <a:cs typeface="Trebuchet MS"/>
              </a:rPr>
              <a:t>time</a:t>
            </a:r>
            <a:r>
              <a:rPr sz="1667" spc="62" dirty="0">
                <a:solidFill>
                  <a:srgbClr val="262424"/>
                </a:solidFill>
                <a:latin typeface="Trebuchet MS"/>
                <a:cs typeface="Trebuchet MS"/>
              </a:rPr>
              <a:t> </a:t>
            </a:r>
            <a:r>
              <a:rPr sz="1667" spc="95" dirty="0">
                <a:solidFill>
                  <a:srgbClr val="262424"/>
                </a:solidFill>
                <a:latin typeface="Trebuchet MS"/>
                <a:cs typeface="Trebuchet MS"/>
              </a:rPr>
              <a:t>data</a:t>
            </a:r>
            <a:r>
              <a:rPr sz="1667" spc="58" dirty="0">
                <a:solidFill>
                  <a:srgbClr val="262424"/>
                </a:solidFill>
                <a:latin typeface="Trebuchet MS"/>
                <a:cs typeface="Trebuchet MS"/>
              </a:rPr>
              <a:t> </a:t>
            </a:r>
            <a:r>
              <a:rPr sz="1667" dirty="0">
                <a:solidFill>
                  <a:srgbClr val="262424"/>
                </a:solidFill>
                <a:latin typeface="Trebuchet MS"/>
                <a:cs typeface="Trebuchet MS"/>
              </a:rPr>
              <a:t>for</a:t>
            </a:r>
            <a:r>
              <a:rPr sz="1667" spc="62" dirty="0">
                <a:solidFill>
                  <a:srgbClr val="262424"/>
                </a:solidFill>
                <a:latin typeface="Trebuchet MS"/>
                <a:cs typeface="Trebuchet MS"/>
              </a:rPr>
              <a:t> </a:t>
            </a:r>
            <a:r>
              <a:rPr sz="1667" spc="95" dirty="0">
                <a:solidFill>
                  <a:srgbClr val="262424"/>
                </a:solidFill>
                <a:latin typeface="Trebuchet MS"/>
                <a:cs typeface="Trebuchet MS"/>
              </a:rPr>
              <a:t>monitoring</a:t>
            </a:r>
            <a:r>
              <a:rPr sz="1667" spc="58" dirty="0">
                <a:solidFill>
                  <a:srgbClr val="262424"/>
                </a:solidFill>
                <a:latin typeface="Trebuchet MS"/>
                <a:cs typeface="Trebuchet MS"/>
              </a:rPr>
              <a:t> </a:t>
            </a:r>
            <a:r>
              <a:rPr sz="1667" spc="83" dirty="0">
                <a:solidFill>
                  <a:srgbClr val="262424"/>
                </a:solidFill>
                <a:latin typeface="Trebuchet MS"/>
                <a:cs typeface="Trebuchet MS"/>
              </a:rPr>
              <a:t>crop</a:t>
            </a:r>
            <a:r>
              <a:rPr sz="1667" spc="58" dirty="0">
                <a:solidFill>
                  <a:srgbClr val="262424"/>
                </a:solidFill>
                <a:latin typeface="Trebuchet MS"/>
                <a:cs typeface="Trebuchet MS"/>
              </a:rPr>
              <a:t> </a:t>
            </a:r>
            <a:r>
              <a:rPr sz="1667" spc="79" dirty="0">
                <a:solidFill>
                  <a:srgbClr val="262424"/>
                </a:solidFill>
                <a:latin typeface="Trebuchet MS"/>
                <a:cs typeface="Trebuchet MS"/>
              </a:rPr>
              <a:t>health</a:t>
            </a:r>
            <a:r>
              <a:rPr sz="1667" spc="62" dirty="0">
                <a:solidFill>
                  <a:srgbClr val="262424"/>
                </a:solidFill>
                <a:latin typeface="Trebuchet MS"/>
                <a:cs typeface="Trebuchet MS"/>
              </a:rPr>
              <a:t> </a:t>
            </a:r>
            <a:r>
              <a:rPr sz="1667" spc="133" dirty="0">
                <a:solidFill>
                  <a:srgbClr val="262424"/>
                </a:solidFill>
                <a:latin typeface="Trebuchet MS"/>
                <a:cs typeface="Trebuchet MS"/>
              </a:rPr>
              <a:t>and</a:t>
            </a:r>
            <a:r>
              <a:rPr sz="1667" spc="58" dirty="0">
                <a:solidFill>
                  <a:srgbClr val="262424"/>
                </a:solidFill>
                <a:latin typeface="Trebuchet MS"/>
                <a:cs typeface="Trebuchet MS"/>
              </a:rPr>
              <a:t> </a:t>
            </a:r>
            <a:r>
              <a:rPr sz="1667" spc="100" dirty="0">
                <a:solidFill>
                  <a:srgbClr val="262424"/>
                </a:solidFill>
                <a:latin typeface="Trebuchet MS"/>
                <a:cs typeface="Trebuchet MS"/>
              </a:rPr>
              <a:t>feedback</a:t>
            </a:r>
            <a:r>
              <a:rPr sz="1667" spc="62" dirty="0">
                <a:solidFill>
                  <a:srgbClr val="262424"/>
                </a:solidFill>
                <a:latin typeface="Trebuchet MS"/>
                <a:cs typeface="Trebuchet MS"/>
              </a:rPr>
              <a:t> </a:t>
            </a:r>
            <a:r>
              <a:rPr sz="1667" spc="100" dirty="0">
                <a:solidFill>
                  <a:srgbClr val="262424"/>
                </a:solidFill>
                <a:latin typeface="Trebuchet MS"/>
                <a:cs typeface="Trebuchet MS"/>
              </a:rPr>
              <a:t>loops</a:t>
            </a:r>
            <a:r>
              <a:rPr sz="1667" spc="58" dirty="0">
                <a:solidFill>
                  <a:srgbClr val="262424"/>
                </a:solidFill>
                <a:latin typeface="Trebuchet MS"/>
                <a:cs typeface="Trebuchet MS"/>
              </a:rPr>
              <a:t> </a:t>
            </a:r>
            <a:r>
              <a:rPr sz="1667" spc="50" dirty="0">
                <a:solidFill>
                  <a:srgbClr val="262424"/>
                </a:solidFill>
                <a:latin typeface="Trebuchet MS"/>
                <a:cs typeface="Trebuchet MS"/>
              </a:rPr>
              <a:t>to</a:t>
            </a:r>
            <a:r>
              <a:rPr sz="1667" spc="58" dirty="0">
                <a:solidFill>
                  <a:srgbClr val="262424"/>
                </a:solidFill>
                <a:latin typeface="Trebuchet MS"/>
                <a:cs typeface="Trebuchet MS"/>
              </a:rPr>
              <a:t> </a:t>
            </a:r>
            <a:r>
              <a:rPr sz="1667" spc="104" dirty="0">
                <a:solidFill>
                  <a:srgbClr val="262424"/>
                </a:solidFill>
                <a:latin typeface="Trebuchet MS"/>
                <a:cs typeface="Trebuchet MS"/>
              </a:rPr>
              <a:t>improve</a:t>
            </a:r>
            <a:r>
              <a:rPr sz="1667" spc="62" dirty="0">
                <a:solidFill>
                  <a:srgbClr val="262424"/>
                </a:solidFill>
                <a:latin typeface="Trebuchet MS"/>
                <a:cs typeface="Trebuchet MS"/>
              </a:rPr>
              <a:t> the </a:t>
            </a:r>
            <a:r>
              <a:rPr sz="1667" spc="154" dirty="0">
                <a:solidFill>
                  <a:srgbClr val="262424"/>
                </a:solidFill>
                <a:latin typeface="Trebuchet MS"/>
                <a:cs typeface="Trebuchet MS"/>
              </a:rPr>
              <a:t>system's</a:t>
            </a:r>
            <a:r>
              <a:rPr sz="1667" spc="50" dirty="0">
                <a:solidFill>
                  <a:srgbClr val="262424"/>
                </a:solidFill>
                <a:latin typeface="Trebuchet MS"/>
                <a:cs typeface="Trebuchet MS"/>
              </a:rPr>
              <a:t> </a:t>
            </a:r>
            <a:r>
              <a:rPr sz="1667" spc="54" dirty="0">
                <a:solidFill>
                  <a:srgbClr val="262424"/>
                </a:solidFill>
                <a:latin typeface="Trebuchet MS"/>
                <a:cs typeface="Trebuchet MS"/>
              </a:rPr>
              <a:t>accuracy.</a:t>
            </a:r>
            <a:endParaRPr sz="1667">
              <a:latin typeface="Trebuchet MS"/>
              <a:cs typeface="Trebuchet MS"/>
            </a:endParaRPr>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98500" y="363682"/>
            <a:ext cx="8763000" cy="985814"/>
          </a:xfrm>
          <a:prstGeom prst="rect">
            <a:avLst/>
          </a:prstGeom>
        </p:spPr>
        <p:txBody>
          <a:bodyPr vert="horz" wrap="square" lIns="0" tIns="480980" rIns="0" bIns="0" rtlCol="0" anchor="ctr">
            <a:spAutoFit/>
          </a:bodyPr>
          <a:lstStyle/>
          <a:p>
            <a:pPr marL="14287">
              <a:lnSpc>
                <a:spcPct val="100000"/>
              </a:lnSpc>
              <a:spcBef>
                <a:spcPts val="83"/>
              </a:spcBef>
            </a:pPr>
            <a:r>
              <a:rPr sz="3250" spc="392" dirty="0"/>
              <a:t>Proposed</a:t>
            </a:r>
            <a:r>
              <a:rPr sz="3250" spc="167" dirty="0"/>
              <a:t> </a:t>
            </a:r>
            <a:r>
              <a:rPr sz="3250" spc="400" dirty="0"/>
              <a:t>Methodology</a:t>
            </a:r>
            <a:endParaRPr sz="3250"/>
          </a:p>
        </p:txBody>
      </p:sp>
      <p:pic>
        <p:nvPicPr>
          <p:cNvPr id="3" name="object 3"/>
          <p:cNvPicPr/>
          <p:nvPr/>
        </p:nvPicPr>
        <p:blipFill>
          <a:blip r:embed="rId2" cstate="print"/>
          <a:stretch>
            <a:fillRect/>
          </a:stretch>
        </p:blipFill>
        <p:spPr>
          <a:xfrm>
            <a:off x="2640298" y="1425300"/>
            <a:ext cx="1370700" cy="1181396"/>
          </a:xfrm>
          <a:prstGeom prst="rect">
            <a:avLst/>
          </a:prstGeom>
        </p:spPr>
      </p:pic>
      <p:sp>
        <p:nvSpPr>
          <p:cNvPr id="4" name="object 4"/>
          <p:cNvSpPr txBox="1"/>
          <p:nvPr/>
        </p:nvSpPr>
        <p:spPr>
          <a:xfrm>
            <a:off x="3246818" y="2082821"/>
            <a:ext cx="157692" cy="247995"/>
          </a:xfrm>
          <a:prstGeom prst="rect">
            <a:avLst/>
          </a:prstGeom>
        </p:spPr>
        <p:txBody>
          <a:bodyPr vert="horz" wrap="square" lIns="0" tIns="10583" rIns="0" bIns="0" rtlCol="0">
            <a:spAutoFit/>
          </a:bodyPr>
          <a:lstStyle/>
          <a:p>
            <a:pPr marL="10583">
              <a:spcBef>
                <a:spcPts val="83"/>
              </a:spcBef>
            </a:pPr>
            <a:r>
              <a:rPr sz="1542" b="1" spc="121" dirty="0">
                <a:solidFill>
                  <a:srgbClr val="262424"/>
                </a:solidFill>
                <a:latin typeface="Trebuchet MS"/>
                <a:cs typeface="Trebuchet MS"/>
              </a:rPr>
              <a:t>1</a:t>
            </a:r>
            <a:endParaRPr sz="1542">
              <a:latin typeface="Trebuchet MS"/>
              <a:cs typeface="Trebuchet MS"/>
            </a:endParaRPr>
          </a:p>
        </p:txBody>
      </p:sp>
      <p:sp>
        <p:nvSpPr>
          <p:cNvPr id="5" name="object 5"/>
          <p:cNvSpPr txBox="1"/>
          <p:nvPr/>
        </p:nvSpPr>
        <p:spPr>
          <a:xfrm>
            <a:off x="4159419" y="1342182"/>
            <a:ext cx="6777038" cy="865087"/>
          </a:xfrm>
          <a:prstGeom prst="rect">
            <a:avLst/>
          </a:prstGeom>
        </p:spPr>
        <p:txBody>
          <a:bodyPr vert="horz" wrap="square" lIns="0" tIns="145521" rIns="0" bIns="0" rtlCol="0">
            <a:spAutoFit/>
          </a:bodyPr>
          <a:lstStyle/>
          <a:p>
            <a:pPr marL="10583">
              <a:spcBef>
                <a:spcPts val="1146"/>
              </a:spcBef>
            </a:pPr>
            <a:r>
              <a:rPr sz="2333" b="1" spc="312" dirty="0">
                <a:solidFill>
                  <a:srgbClr val="262424"/>
                </a:solidFill>
                <a:latin typeface="Trebuchet MS"/>
                <a:cs typeface="Trebuchet MS"/>
              </a:rPr>
              <a:t>Data</a:t>
            </a:r>
            <a:r>
              <a:rPr sz="2333" b="1" spc="112" dirty="0">
                <a:solidFill>
                  <a:srgbClr val="262424"/>
                </a:solidFill>
                <a:latin typeface="Trebuchet MS"/>
                <a:cs typeface="Trebuchet MS"/>
              </a:rPr>
              <a:t> </a:t>
            </a:r>
            <a:r>
              <a:rPr sz="2333" b="1" spc="187" dirty="0">
                <a:solidFill>
                  <a:srgbClr val="262424"/>
                </a:solidFill>
                <a:latin typeface="Trebuchet MS"/>
                <a:cs typeface="Trebuchet MS"/>
              </a:rPr>
              <a:t>Collection</a:t>
            </a:r>
            <a:endParaRPr sz="2333">
              <a:latin typeface="Trebuchet MS"/>
              <a:cs typeface="Trebuchet MS"/>
            </a:endParaRPr>
          </a:p>
          <a:p>
            <a:pPr marL="10583">
              <a:spcBef>
                <a:spcPts val="758"/>
              </a:spcBef>
            </a:pPr>
            <a:r>
              <a:rPr sz="1667" spc="95" dirty="0">
                <a:solidFill>
                  <a:srgbClr val="262424"/>
                </a:solidFill>
                <a:latin typeface="Trebuchet MS"/>
                <a:cs typeface="Trebuchet MS"/>
              </a:rPr>
              <a:t>Gather</a:t>
            </a:r>
            <a:r>
              <a:rPr sz="1667" spc="37" dirty="0">
                <a:solidFill>
                  <a:srgbClr val="262424"/>
                </a:solidFill>
                <a:latin typeface="Trebuchet MS"/>
                <a:cs typeface="Trebuchet MS"/>
              </a:rPr>
              <a:t> </a:t>
            </a:r>
            <a:r>
              <a:rPr sz="1667" spc="146" dirty="0">
                <a:solidFill>
                  <a:srgbClr val="262424"/>
                </a:solidFill>
                <a:latin typeface="Trebuchet MS"/>
                <a:cs typeface="Trebuchet MS"/>
              </a:rPr>
              <a:t>images</a:t>
            </a:r>
            <a:r>
              <a:rPr sz="1667" spc="33" dirty="0">
                <a:solidFill>
                  <a:srgbClr val="262424"/>
                </a:solidFill>
                <a:latin typeface="Trebuchet MS"/>
                <a:cs typeface="Trebuchet MS"/>
              </a:rPr>
              <a:t> </a:t>
            </a:r>
            <a:r>
              <a:rPr sz="1667" spc="42" dirty="0">
                <a:solidFill>
                  <a:srgbClr val="262424"/>
                </a:solidFill>
                <a:latin typeface="Trebuchet MS"/>
                <a:cs typeface="Trebuchet MS"/>
              </a:rPr>
              <a:t>of</a:t>
            </a:r>
            <a:r>
              <a:rPr sz="1667" spc="37" dirty="0">
                <a:solidFill>
                  <a:srgbClr val="262424"/>
                </a:solidFill>
                <a:latin typeface="Trebuchet MS"/>
                <a:cs typeface="Trebuchet MS"/>
              </a:rPr>
              <a:t> </a:t>
            </a:r>
            <a:r>
              <a:rPr sz="1667" spc="92" dirty="0">
                <a:solidFill>
                  <a:srgbClr val="262424"/>
                </a:solidFill>
                <a:latin typeface="Trebuchet MS"/>
                <a:cs typeface="Trebuchet MS"/>
              </a:rPr>
              <a:t>healthy</a:t>
            </a:r>
            <a:r>
              <a:rPr sz="1667" spc="37" dirty="0">
                <a:solidFill>
                  <a:srgbClr val="262424"/>
                </a:solidFill>
                <a:latin typeface="Trebuchet MS"/>
                <a:cs typeface="Trebuchet MS"/>
              </a:rPr>
              <a:t> </a:t>
            </a:r>
            <a:r>
              <a:rPr sz="1667" spc="133" dirty="0">
                <a:solidFill>
                  <a:srgbClr val="262424"/>
                </a:solidFill>
                <a:latin typeface="Trebuchet MS"/>
                <a:cs typeface="Trebuchet MS"/>
              </a:rPr>
              <a:t>and</a:t>
            </a:r>
            <a:r>
              <a:rPr sz="1667" spc="37" dirty="0">
                <a:solidFill>
                  <a:srgbClr val="262424"/>
                </a:solidFill>
                <a:latin typeface="Trebuchet MS"/>
                <a:cs typeface="Trebuchet MS"/>
              </a:rPr>
              <a:t> </a:t>
            </a:r>
            <a:r>
              <a:rPr sz="1667" spc="121" dirty="0">
                <a:solidFill>
                  <a:srgbClr val="262424"/>
                </a:solidFill>
                <a:latin typeface="Trebuchet MS"/>
                <a:cs typeface="Trebuchet MS"/>
              </a:rPr>
              <a:t>diseased</a:t>
            </a:r>
            <a:r>
              <a:rPr sz="1667" spc="33" dirty="0">
                <a:solidFill>
                  <a:srgbClr val="262424"/>
                </a:solidFill>
                <a:latin typeface="Trebuchet MS"/>
                <a:cs typeface="Trebuchet MS"/>
              </a:rPr>
              <a:t> </a:t>
            </a:r>
            <a:r>
              <a:rPr sz="1667" spc="71" dirty="0">
                <a:solidFill>
                  <a:srgbClr val="262424"/>
                </a:solidFill>
                <a:latin typeface="Trebuchet MS"/>
                <a:cs typeface="Trebuchet MS"/>
              </a:rPr>
              <a:t>crops,</a:t>
            </a:r>
            <a:r>
              <a:rPr sz="1667" spc="33" dirty="0">
                <a:solidFill>
                  <a:srgbClr val="262424"/>
                </a:solidFill>
                <a:latin typeface="Trebuchet MS"/>
                <a:cs typeface="Trebuchet MS"/>
              </a:rPr>
              <a:t> </a:t>
            </a:r>
            <a:r>
              <a:rPr sz="1667" spc="87" dirty="0">
                <a:solidFill>
                  <a:srgbClr val="262424"/>
                </a:solidFill>
                <a:latin typeface="Trebuchet MS"/>
                <a:cs typeface="Trebuchet MS"/>
              </a:rPr>
              <a:t>including</a:t>
            </a:r>
            <a:r>
              <a:rPr sz="1667" spc="37" dirty="0">
                <a:solidFill>
                  <a:srgbClr val="262424"/>
                </a:solidFill>
                <a:latin typeface="Trebuchet MS"/>
                <a:cs typeface="Trebuchet MS"/>
              </a:rPr>
              <a:t> </a:t>
            </a:r>
            <a:r>
              <a:rPr sz="1667" spc="100" dirty="0">
                <a:solidFill>
                  <a:srgbClr val="262424"/>
                </a:solidFill>
                <a:latin typeface="Trebuchet MS"/>
                <a:cs typeface="Trebuchet MS"/>
              </a:rPr>
              <a:t>various</a:t>
            </a:r>
            <a:endParaRPr sz="1667">
              <a:latin typeface="Trebuchet MS"/>
              <a:cs typeface="Trebuchet MS"/>
            </a:endParaRPr>
          </a:p>
        </p:txBody>
      </p:sp>
      <p:sp>
        <p:nvSpPr>
          <p:cNvPr id="6" name="object 6"/>
          <p:cNvSpPr txBox="1"/>
          <p:nvPr/>
        </p:nvSpPr>
        <p:spPr>
          <a:xfrm>
            <a:off x="4159715" y="2183310"/>
            <a:ext cx="7037388" cy="523776"/>
          </a:xfrm>
          <a:prstGeom prst="rect">
            <a:avLst/>
          </a:prstGeom>
        </p:spPr>
        <p:txBody>
          <a:bodyPr vert="horz" wrap="square" lIns="0" tIns="10583" rIns="0" bIns="0" rtlCol="0">
            <a:spAutoFit/>
          </a:bodyPr>
          <a:lstStyle/>
          <a:p>
            <a:pPr marL="10583" marR="4233">
              <a:spcBef>
                <a:spcPts val="83"/>
              </a:spcBef>
            </a:pPr>
            <a:r>
              <a:rPr sz="1667" spc="129" dirty="0">
                <a:solidFill>
                  <a:srgbClr val="262424"/>
                </a:solidFill>
                <a:latin typeface="Trebuchet MS"/>
                <a:cs typeface="Trebuchet MS"/>
              </a:rPr>
              <a:t>diseases</a:t>
            </a:r>
            <a:r>
              <a:rPr sz="1667" spc="37" dirty="0">
                <a:solidFill>
                  <a:srgbClr val="262424"/>
                </a:solidFill>
                <a:latin typeface="Trebuchet MS"/>
                <a:cs typeface="Trebuchet MS"/>
              </a:rPr>
              <a:t> </a:t>
            </a:r>
            <a:r>
              <a:rPr sz="1667" spc="133" dirty="0">
                <a:solidFill>
                  <a:srgbClr val="262424"/>
                </a:solidFill>
                <a:latin typeface="Trebuchet MS"/>
                <a:cs typeface="Trebuchet MS"/>
              </a:rPr>
              <a:t>and</a:t>
            </a:r>
            <a:r>
              <a:rPr sz="1667" spc="37" dirty="0">
                <a:solidFill>
                  <a:srgbClr val="262424"/>
                </a:solidFill>
                <a:latin typeface="Trebuchet MS"/>
                <a:cs typeface="Trebuchet MS"/>
              </a:rPr>
              <a:t> </a:t>
            </a:r>
            <a:r>
              <a:rPr sz="1667" spc="83" dirty="0">
                <a:solidFill>
                  <a:srgbClr val="262424"/>
                </a:solidFill>
                <a:latin typeface="Trebuchet MS"/>
                <a:cs typeface="Trebuchet MS"/>
              </a:rPr>
              <a:t>crop</a:t>
            </a:r>
            <a:r>
              <a:rPr sz="1667" spc="37" dirty="0">
                <a:solidFill>
                  <a:srgbClr val="262424"/>
                </a:solidFill>
                <a:latin typeface="Trebuchet MS"/>
                <a:cs typeface="Trebuchet MS"/>
              </a:rPr>
              <a:t> </a:t>
            </a:r>
            <a:r>
              <a:rPr sz="1667" spc="79" dirty="0">
                <a:solidFill>
                  <a:srgbClr val="262424"/>
                </a:solidFill>
                <a:latin typeface="Trebuchet MS"/>
                <a:cs typeface="Trebuchet MS"/>
              </a:rPr>
              <a:t>types.</a:t>
            </a:r>
            <a:r>
              <a:rPr sz="1667" spc="42" dirty="0">
                <a:solidFill>
                  <a:srgbClr val="262424"/>
                </a:solidFill>
                <a:latin typeface="Trebuchet MS"/>
                <a:cs typeface="Trebuchet MS"/>
              </a:rPr>
              <a:t> </a:t>
            </a:r>
            <a:r>
              <a:rPr sz="1667" spc="58" dirty="0">
                <a:solidFill>
                  <a:srgbClr val="262424"/>
                </a:solidFill>
                <a:latin typeface="Trebuchet MS"/>
                <a:cs typeface="Trebuchet MS"/>
              </a:rPr>
              <a:t>Public</a:t>
            </a:r>
            <a:r>
              <a:rPr sz="1667" spc="37" dirty="0">
                <a:solidFill>
                  <a:srgbClr val="262424"/>
                </a:solidFill>
                <a:latin typeface="Trebuchet MS"/>
                <a:cs typeface="Trebuchet MS"/>
              </a:rPr>
              <a:t> </a:t>
            </a:r>
            <a:r>
              <a:rPr sz="1667" spc="108" dirty="0">
                <a:solidFill>
                  <a:srgbClr val="262424"/>
                </a:solidFill>
                <a:latin typeface="Trebuchet MS"/>
                <a:cs typeface="Trebuchet MS"/>
              </a:rPr>
              <a:t>datasets</a:t>
            </a:r>
            <a:r>
              <a:rPr sz="1667" spc="37" dirty="0">
                <a:solidFill>
                  <a:srgbClr val="262424"/>
                </a:solidFill>
                <a:latin typeface="Trebuchet MS"/>
                <a:cs typeface="Trebuchet MS"/>
              </a:rPr>
              <a:t> </a:t>
            </a:r>
            <a:r>
              <a:rPr sz="1667" spc="75" dirty="0">
                <a:solidFill>
                  <a:srgbClr val="262424"/>
                </a:solidFill>
                <a:latin typeface="Trebuchet MS"/>
                <a:cs typeface="Trebuchet MS"/>
              </a:rPr>
              <a:t>or</a:t>
            </a:r>
            <a:r>
              <a:rPr sz="1667" spc="42" dirty="0">
                <a:solidFill>
                  <a:srgbClr val="262424"/>
                </a:solidFill>
                <a:latin typeface="Trebuchet MS"/>
                <a:cs typeface="Trebuchet MS"/>
              </a:rPr>
              <a:t> </a:t>
            </a:r>
            <a:r>
              <a:rPr sz="1667" spc="83" dirty="0">
                <a:solidFill>
                  <a:srgbClr val="262424"/>
                </a:solidFill>
                <a:latin typeface="Trebuchet MS"/>
                <a:cs typeface="Trebuchet MS"/>
              </a:rPr>
              <a:t>farm-</a:t>
            </a:r>
            <a:r>
              <a:rPr sz="1667" spc="50" dirty="0">
                <a:solidFill>
                  <a:srgbClr val="262424"/>
                </a:solidFill>
                <a:latin typeface="Trebuchet MS"/>
                <a:cs typeface="Trebuchet MS"/>
              </a:rPr>
              <a:t>specific</a:t>
            </a:r>
            <a:r>
              <a:rPr sz="1667" spc="46" dirty="0">
                <a:solidFill>
                  <a:srgbClr val="262424"/>
                </a:solidFill>
                <a:latin typeface="Trebuchet MS"/>
                <a:cs typeface="Trebuchet MS"/>
              </a:rPr>
              <a:t> </a:t>
            </a:r>
            <a:r>
              <a:rPr sz="1667" spc="95" dirty="0">
                <a:solidFill>
                  <a:srgbClr val="262424"/>
                </a:solidFill>
                <a:latin typeface="Trebuchet MS"/>
                <a:cs typeface="Trebuchet MS"/>
              </a:rPr>
              <a:t>data</a:t>
            </a:r>
            <a:r>
              <a:rPr sz="1667" spc="37" dirty="0">
                <a:solidFill>
                  <a:srgbClr val="262424"/>
                </a:solidFill>
                <a:latin typeface="Trebuchet MS"/>
                <a:cs typeface="Trebuchet MS"/>
              </a:rPr>
              <a:t> </a:t>
            </a:r>
            <a:r>
              <a:rPr sz="1667" spc="100" dirty="0">
                <a:solidFill>
                  <a:srgbClr val="262424"/>
                </a:solidFill>
                <a:latin typeface="Trebuchet MS"/>
                <a:cs typeface="Trebuchet MS"/>
              </a:rPr>
              <a:t>can </a:t>
            </a:r>
            <a:r>
              <a:rPr sz="1667" spc="121" dirty="0">
                <a:solidFill>
                  <a:srgbClr val="262424"/>
                </a:solidFill>
                <a:latin typeface="Trebuchet MS"/>
                <a:cs typeface="Trebuchet MS"/>
              </a:rPr>
              <a:t>be</a:t>
            </a:r>
            <a:r>
              <a:rPr sz="1667" spc="33" dirty="0">
                <a:solidFill>
                  <a:srgbClr val="262424"/>
                </a:solidFill>
                <a:latin typeface="Trebuchet MS"/>
                <a:cs typeface="Trebuchet MS"/>
              </a:rPr>
              <a:t> </a:t>
            </a:r>
            <a:r>
              <a:rPr sz="1667" spc="-8" dirty="0">
                <a:solidFill>
                  <a:srgbClr val="262424"/>
                </a:solidFill>
                <a:latin typeface="Trebuchet MS"/>
                <a:cs typeface="Trebuchet MS"/>
              </a:rPr>
              <a:t>utilized.</a:t>
            </a:r>
            <a:endParaRPr sz="1667">
              <a:latin typeface="Trebuchet MS"/>
              <a:cs typeface="Trebuchet MS"/>
            </a:endParaRPr>
          </a:p>
        </p:txBody>
      </p:sp>
      <p:grpSp>
        <p:nvGrpSpPr>
          <p:cNvPr id="7" name="object 7"/>
          <p:cNvGrpSpPr/>
          <p:nvPr/>
        </p:nvGrpSpPr>
        <p:grpSpPr>
          <a:xfrm>
            <a:off x="1954805" y="2618698"/>
            <a:ext cx="9641946" cy="1209675"/>
            <a:chOff x="2345766" y="3142437"/>
            <a:chExt cx="11570335" cy="1451610"/>
          </a:xfrm>
        </p:grpSpPr>
        <p:sp>
          <p:nvSpPr>
            <p:cNvPr id="8" name="object 8"/>
            <p:cNvSpPr/>
            <p:nvPr/>
          </p:nvSpPr>
          <p:spPr>
            <a:xfrm>
              <a:off x="4861445" y="3142437"/>
              <a:ext cx="9054465" cy="12065"/>
            </a:xfrm>
            <a:custGeom>
              <a:avLst/>
              <a:gdLst/>
              <a:ahLst/>
              <a:cxnLst/>
              <a:rect l="l" t="t" r="r" b="b"/>
              <a:pathLst>
                <a:path w="9054465" h="12064">
                  <a:moveTo>
                    <a:pt x="9049677" y="0"/>
                  </a:moveTo>
                  <a:lnTo>
                    <a:pt x="4673" y="0"/>
                  </a:lnTo>
                  <a:lnTo>
                    <a:pt x="2870" y="723"/>
                  </a:lnTo>
                  <a:lnTo>
                    <a:pt x="711" y="2882"/>
                  </a:lnTo>
                  <a:lnTo>
                    <a:pt x="0" y="4686"/>
                  </a:lnTo>
                  <a:lnTo>
                    <a:pt x="0" y="5765"/>
                  </a:lnTo>
                  <a:lnTo>
                    <a:pt x="0" y="6845"/>
                  </a:lnTo>
                  <a:lnTo>
                    <a:pt x="711" y="8648"/>
                  </a:lnTo>
                  <a:lnTo>
                    <a:pt x="2870" y="10807"/>
                  </a:lnTo>
                  <a:lnTo>
                    <a:pt x="4673" y="11518"/>
                  </a:lnTo>
                  <a:lnTo>
                    <a:pt x="9049677" y="11518"/>
                  </a:lnTo>
                  <a:lnTo>
                    <a:pt x="9051480" y="10807"/>
                  </a:lnTo>
                  <a:lnTo>
                    <a:pt x="9053639" y="8648"/>
                  </a:lnTo>
                  <a:lnTo>
                    <a:pt x="9054350" y="6845"/>
                  </a:lnTo>
                  <a:lnTo>
                    <a:pt x="9054350" y="4686"/>
                  </a:lnTo>
                  <a:lnTo>
                    <a:pt x="9053639" y="2882"/>
                  </a:lnTo>
                  <a:lnTo>
                    <a:pt x="9051480" y="723"/>
                  </a:lnTo>
                  <a:lnTo>
                    <a:pt x="9049677" y="0"/>
                  </a:lnTo>
                  <a:close/>
                </a:path>
              </a:pathLst>
            </a:custGeom>
            <a:solidFill>
              <a:srgbClr val="B1D3E4"/>
            </a:solidFill>
          </p:spPr>
          <p:txBody>
            <a:bodyPr wrap="square" lIns="0" tIns="0" rIns="0" bIns="0" rtlCol="0"/>
            <a:lstStyle/>
            <a:p>
              <a:endParaRPr sz="1500"/>
            </a:p>
          </p:txBody>
        </p:sp>
        <p:pic>
          <p:nvPicPr>
            <p:cNvPr id="9" name="object 9"/>
            <p:cNvPicPr/>
            <p:nvPr/>
          </p:nvPicPr>
          <p:blipFill>
            <a:blip r:embed="rId3" cstate="print"/>
            <a:stretch>
              <a:fillRect/>
            </a:stretch>
          </p:blipFill>
          <p:spPr>
            <a:xfrm>
              <a:off x="2345766" y="3175927"/>
              <a:ext cx="3290404" cy="1417675"/>
            </a:xfrm>
            <a:prstGeom prst="rect">
              <a:avLst/>
            </a:prstGeom>
          </p:spPr>
        </p:pic>
      </p:grpSp>
      <p:sp>
        <p:nvSpPr>
          <p:cNvPr id="10" name="object 10"/>
          <p:cNvSpPr txBox="1"/>
          <p:nvPr/>
        </p:nvSpPr>
        <p:spPr>
          <a:xfrm>
            <a:off x="3247114" y="3150817"/>
            <a:ext cx="157692" cy="247995"/>
          </a:xfrm>
          <a:prstGeom prst="rect">
            <a:avLst/>
          </a:prstGeom>
        </p:spPr>
        <p:txBody>
          <a:bodyPr vert="horz" wrap="square" lIns="0" tIns="10583" rIns="0" bIns="0" rtlCol="0">
            <a:spAutoFit/>
          </a:bodyPr>
          <a:lstStyle/>
          <a:p>
            <a:pPr marL="10583">
              <a:spcBef>
                <a:spcPts val="83"/>
              </a:spcBef>
            </a:pPr>
            <a:r>
              <a:rPr sz="1542" b="1" spc="121" dirty="0">
                <a:solidFill>
                  <a:srgbClr val="262424"/>
                </a:solidFill>
                <a:latin typeface="Trebuchet MS"/>
                <a:cs typeface="Trebuchet MS"/>
              </a:rPr>
              <a:t>2</a:t>
            </a:r>
            <a:endParaRPr sz="1542">
              <a:latin typeface="Trebuchet MS"/>
              <a:cs typeface="Trebuchet MS"/>
            </a:endParaRPr>
          </a:p>
        </p:txBody>
      </p:sp>
      <p:sp>
        <p:nvSpPr>
          <p:cNvPr id="11" name="object 11"/>
          <p:cNvSpPr txBox="1"/>
          <p:nvPr/>
        </p:nvSpPr>
        <p:spPr>
          <a:xfrm>
            <a:off x="4844912" y="2563504"/>
            <a:ext cx="6214004" cy="1121633"/>
          </a:xfrm>
          <a:prstGeom prst="rect">
            <a:avLst/>
          </a:prstGeom>
        </p:spPr>
        <p:txBody>
          <a:bodyPr vert="horz" wrap="square" lIns="0" tIns="145521" rIns="0" bIns="0" rtlCol="0">
            <a:spAutoFit/>
          </a:bodyPr>
          <a:lstStyle/>
          <a:p>
            <a:pPr marL="10583">
              <a:spcBef>
                <a:spcPts val="1146"/>
              </a:spcBef>
            </a:pPr>
            <a:r>
              <a:rPr sz="2333" b="1" spc="333" dirty="0">
                <a:solidFill>
                  <a:srgbClr val="262424"/>
                </a:solidFill>
                <a:latin typeface="Trebuchet MS"/>
                <a:cs typeface="Trebuchet MS"/>
              </a:rPr>
              <a:t>Image</a:t>
            </a:r>
            <a:r>
              <a:rPr sz="2333" b="1" spc="121" dirty="0">
                <a:solidFill>
                  <a:srgbClr val="262424"/>
                </a:solidFill>
                <a:latin typeface="Trebuchet MS"/>
                <a:cs typeface="Trebuchet MS"/>
              </a:rPr>
              <a:t> </a:t>
            </a:r>
            <a:r>
              <a:rPr sz="2333" b="1" spc="208" dirty="0">
                <a:solidFill>
                  <a:srgbClr val="262424"/>
                </a:solidFill>
                <a:latin typeface="Trebuchet MS"/>
                <a:cs typeface="Trebuchet MS"/>
              </a:rPr>
              <a:t>Pre-</a:t>
            </a:r>
            <a:r>
              <a:rPr sz="2333" b="1" spc="258" dirty="0">
                <a:solidFill>
                  <a:srgbClr val="262424"/>
                </a:solidFill>
                <a:latin typeface="Trebuchet MS"/>
                <a:cs typeface="Trebuchet MS"/>
              </a:rPr>
              <a:t>processing</a:t>
            </a:r>
            <a:endParaRPr sz="2333">
              <a:latin typeface="Trebuchet MS"/>
              <a:cs typeface="Trebuchet MS"/>
            </a:endParaRPr>
          </a:p>
          <a:p>
            <a:pPr marL="10583" marR="4233">
              <a:spcBef>
                <a:spcPts val="758"/>
              </a:spcBef>
            </a:pPr>
            <a:r>
              <a:rPr sz="1667" spc="71" dirty="0">
                <a:solidFill>
                  <a:srgbClr val="262424"/>
                </a:solidFill>
                <a:latin typeface="Trebuchet MS"/>
                <a:cs typeface="Trebuchet MS"/>
              </a:rPr>
              <a:t>Resize,</a:t>
            </a:r>
            <a:r>
              <a:rPr sz="1667" spc="37" dirty="0">
                <a:solidFill>
                  <a:srgbClr val="262424"/>
                </a:solidFill>
                <a:latin typeface="Trebuchet MS"/>
                <a:cs typeface="Trebuchet MS"/>
              </a:rPr>
              <a:t> </a:t>
            </a:r>
            <a:r>
              <a:rPr sz="1667" spc="67" dirty="0">
                <a:solidFill>
                  <a:srgbClr val="262424"/>
                </a:solidFill>
                <a:latin typeface="Trebuchet MS"/>
                <a:cs typeface="Trebuchet MS"/>
              </a:rPr>
              <a:t>normalize,</a:t>
            </a:r>
            <a:r>
              <a:rPr sz="1667" spc="42" dirty="0">
                <a:solidFill>
                  <a:srgbClr val="262424"/>
                </a:solidFill>
                <a:latin typeface="Trebuchet MS"/>
                <a:cs typeface="Trebuchet MS"/>
              </a:rPr>
              <a:t> </a:t>
            </a:r>
            <a:r>
              <a:rPr sz="1667" spc="133" dirty="0">
                <a:solidFill>
                  <a:srgbClr val="262424"/>
                </a:solidFill>
                <a:latin typeface="Trebuchet MS"/>
                <a:cs typeface="Trebuchet MS"/>
              </a:rPr>
              <a:t>and</a:t>
            </a:r>
            <a:r>
              <a:rPr sz="1667" spc="42" dirty="0">
                <a:solidFill>
                  <a:srgbClr val="262424"/>
                </a:solidFill>
                <a:latin typeface="Trebuchet MS"/>
                <a:cs typeface="Trebuchet MS"/>
              </a:rPr>
              <a:t> </a:t>
            </a:r>
            <a:r>
              <a:rPr sz="1667" spc="137" dirty="0">
                <a:solidFill>
                  <a:srgbClr val="262424"/>
                </a:solidFill>
                <a:latin typeface="Trebuchet MS"/>
                <a:cs typeface="Trebuchet MS"/>
              </a:rPr>
              <a:t>augment</a:t>
            </a:r>
            <a:r>
              <a:rPr sz="1667" spc="37" dirty="0">
                <a:solidFill>
                  <a:srgbClr val="262424"/>
                </a:solidFill>
                <a:latin typeface="Trebuchet MS"/>
                <a:cs typeface="Trebuchet MS"/>
              </a:rPr>
              <a:t> </a:t>
            </a:r>
            <a:r>
              <a:rPr sz="1667" spc="142" dirty="0">
                <a:solidFill>
                  <a:srgbClr val="262424"/>
                </a:solidFill>
                <a:latin typeface="Trebuchet MS"/>
                <a:cs typeface="Trebuchet MS"/>
              </a:rPr>
              <a:t>images</a:t>
            </a:r>
            <a:r>
              <a:rPr sz="1667" spc="37" dirty="0">
                <a:solidFill>
                  <a:srgbClr val="262424"/>
                </a:solidFill>
                <a:latin typeface="Trebuchet MS"/>
                <a:cs typeface="Trebuchet MS"/>
              </a:rPr>
              <a:t> </a:t>
            </a:r>
            <a:r>
              <a:rPr sz="1667" spc="50" dirty="0">
                <a:solidFill>
                  <a:srgbClr val="262424"/>
                </a:solidFill>
                <a:latin typeface="Trebuchet MS"/>
                <a:cs typeface="Trebuchet MS"/>
              </a:rPr>
              <a:t>to</a:t>
            </a:r>
            <a:r>
              <a:rPr sz="1667" spc="42" dirty="0">
                <a:solidFill>
                  <a:srgbClr val="262424"/>
                </a:solidFill>
                <a:latin typeface="Trebuchet MS"/>
                <a:cs typeface="Trebuchet MS"/>
              </a:rPr>
              <a:t> </a:t>
            </a:r>
            <a:r>
              <a:rPr sz="1667" spc="104" dirty="0">
                <a:solidFill>
                  <a:srgbClr val="262424"/>
                </a:solidFill>
                <a:latin typeface="Trebuchet MS"/>
                <a:cs typeface="Trebuchet MS"/>
              </a:rPr>
              <a:t>improve</a:t>
            </a:r>
            <a:r>
              <a:rPr sz="1667" spc="46" dirty="0">
                <a:solidFill>
                  <a:srgbClr val="262424"/>
                </a:solidFill>
                <a:latin typeface="Trebuchet MS"/>
                <a:cs typeface="Trebuchet MS"/>
              </a:rPr>
              <a:t> </a:t>
            </a:r>
            <a:r>
              <a:rPr sz="1667" spc="92" dirty="0">
                <a:solidFill>
                  <a:srgbClr val="262424"/>
                </a:solidFill>
                <a:latin typeface="Trebuchet MS"/>
                <a:cs typeface="Trebuchet MS"/>
              </a:rPr>
              <a:t>model </a:t>
            </a:r>
            <a:r>
              <a:rPr sz="1667" spc="83" dirty="0">
                <a:solidFill>
                  <a:srgbClr val="262424"/>
                </a:solidFill>
                <a:latin typeface="Trebuchet MS"/>
                <a:cs typeface="Trebuchet MS"/>
              </a:rPr>
              <a:t>generalization</a:t>
            </a:r>
            <a:r>
              <a:rPr sz="1667" spc="33" dirty="0">
                <a:solidFill>
                  <a:srgbClr val="262424"/>
                </a:solidFill>
                <a:latin typeface="Trebuchet MS"/>
                <a:cs typeface="Trebuchet MS"/>
              </a:rPr>
              <a:t> </a:t>
            </a:r>
            <a:r>
              <a:rPr sz="1667" spc="133" dirty="0">
                <a:solidFill>
                  <a:srgbClr val="262424"/>
                </a:solidFill>
                <a:latin typeface="Trebuchet MS"/>
                <a:cs typeface="Trebuchet MS"/>
              </a:rPr>
              <a:t>and</a:t>
            </a:r>
            <a:r>
              <a:rPr sz="1667" spc="37" dirty="0">
                <a:solidFill>
                  <a:srgbClr val="262424"/>
                </a:solidFill>
                <a:latin typeface="Trebuchet MS"/>
                <a:cs typeface="Trebuchet MS"/>
              </a:rPr>
              <a:t> </a:t>
            </a:r>
            <a:r>
              <a:rPr sz="1667" spc="125" dirty="0">
                <a:solidFill>
                  <a:srgbClr val="262424"/>
                </a:solidFill>
                <a:latin typeface="Trebuchet MS"/>
                <a:cs typeface="Trebuchet MS"/>
              </a:rPr>
              <a:t>enhance</a:t>
            </a:r>
            <a:r>
              <a:rPr sz="1667" spc="37" dirty="0">
                <a:solidFill>
                  <a:srgbClr val="262424"/>
                </a:solidFill>
                <a:latin typeface="Trebuchet MS"/>
                <a:cs typeface="Trebuchet MS"/>
              </a:rPr>
              <a:t> </a:t>
            </a:r>
            <a:r>
              <a:rPr sz="1667" spc="83" dirty="0">
                <a:solidFill>
                  <a:srgbClr val="262424"/>
                </a:solidFill>
                <a:latin typeface="Trebuchet MS"/>
                <a:cs typeface="Trebuchet MS"/>
              </a:rPr>
              <a:t>the</a:t>
            </a:r>
            <a:r>
              <a:rPr sz="1667" spc="42" dirty="0">
                <a:solidFill>
                  <a:srgbClr val="262424"/>
                </a:solidFill>
                <a:latin typeface="Trebuchet MS"/>
                <a:cs typeface="Trebuchet MS"/>
              </a:rPr>
              <a:t> </a:t>
            </a:r>
            <a:r>
              <a:rPr sz="1667" spc="67" dirty="0">
                <a:solidFill>
                  <a:srgbClr val="262424"/>
                </a:solidFill>
                <a:latin typeface="Trebuchet MS"/>
                <a:cs typeface="Trebuchet MS"/>
              </a:rPr>
              <a:t>dataset.</a:t>
            </a:r>
            <a:endParaRPr sz="1667">
              <a:latin typeface="Trebuchet MS"/>
              <a:cs typeface="Trebuchet MS"/>
            </a:endParaRPr>
          </a:p>
        </p:txBody>
      </p:sp>
      <p:grpSp>
        <p:nvGrpSpPr>
          <p:cNvPr id="12" name="object 12"/>
          <p:cNvGrpSpPr/>
          <p:nvPr/>
        </p:nvGrpSpPr>
        <p:grpSpPr>
          <a:xfrm>
            <a:off x="1269301" y="3840300"/>
            <a:ext cx="10327217" cy="1209146"/>
            <a:chOff x="1523161" y="4608360"/>
            <a:chExt cx="12392660" cy="1450975"/>
          </a:xfrm>
        </p:grpSpPr>
        <p:sp>
          <p:nvSpPr>
            <p:cNvPr id="13" name="object 13"/>
            <p:cNvSpPr/>
            <p:nvPr/>
          </p:nvSpPr>
          <p:spPr>
            <a:xfrm>
              <a:off x="5683681" y="4608360"/>
              <a:ext cx="8232140" cy="12065"/>
            </a:xfrm>
            <a:custGeom>
              <a:avLst/>
              <a:gdLst/>
              <a:ahLst/>
              <a:cxnLst/>
              <a:rect l="l" t="t" r="r" b="b"/>
              <a:pathLst>
                <a:path w="8232140" h="12064">
                  <a:moveTo>
                    <a:pt x="8227072" y="0"/>
                  </a:moveTo>
                  <a:lnTo>
                    <a:pt x="4673" y="0"/>
                  </a:lnTo>
                  <a:lnTo>
                    <a:pt x="2882" y="723"/>
                  </a:lnTo>
                  <a:lnTo>
                    <a:pt x="723" y="2882"/>
                  </a:lnTo>
                  <a:lnTo>
                    <a:pt x="0" y="4673"/>
                  </a:lnTo>
                  <a:lnTo>
                    <a:pt x="0" y="5765"/>
                  </a:lnTo>
                  <a:lnTo>
                    <a:pt x="0" y="6845"/>
                  </a:lnTo>
                  <a:lnTo>
                    <a:pt x="723" y="8636"/>
                  </a:lnTo>
                  <a:lnTo>
                    <a:pt x="2882" y="10795"/>
                  </a:lnTo>
                  <a:lnTo>
                    <a:pt x="4673" y="11518"/>
                  </a:lnTo>
                  <a:lnTo>
                    <a:pt x="8227072" y="11518"/>
                  </a:lnTo>
                  <a:lnTo>
                    <a:pt x="8228876" y="10795"/>
                  </a:lnTo>
                  <a:lnTo>
                    <a:pt x="8231035" y="8636"/>
                  </a:lnTo>
                  <a:lnTo>
                    <a:pt x="8231758" y="6845"/>
                  </a:lnTo>
                  <a:lnTo>
                    <a:pt x="8231758" y="4673"/>
                  </a:lnTo>
                  <a:lnTo>
                    <a:pt x="8231035" y="2882"/>
                  </a:lnTo>
                  <a:lnTo>
                    <a:pt x="8228876" y="723"/>
                  </a:lnTo>
                  <a:lnTo>
                    <a:pt x="8227072" y="0"/>
                  </a:lnTo>
                  <a:close/>
                </a:path>
              </a:pathLst>
            </a:custGeom>
            <a:solidFill>
              <a:srgbClr val="B1D3E4"/>
            </a:solidFill>
          </p:spPr>
          <p:txBody>
            <a:bodyPr wrap="square" lIns="0" tIns="0" rIns="0" bIns="0" rtlCol="0"/>
            <a:lstStyle/>
            <a:p>
              <a:endParaRPr sz="1500"/>
            </a:p>
          </p:txBody>
        </p:sp>
        <p:pic>
          <p:nvPicPr>
            <p:cNvPr id="14" name="object 14"/>
            <p:cNvPicPr/>
            <p:nvPr/>
          </p:nvPicPr>
          <p:blipFill>
            <a:blip r:embed="rId4" cstate="print"/>
            <a:stretch>
              <a:fillRect/>
            </a:stretch>
          </p:blipFill>
          <p:spPr>
            <a:xfrm>
              <a:off x="1523161" y="4641481"/>
              <a:ext cx="4935601" cy="1417675"/>
            </a:xfrm>
            <a:prstGeom prst="rect">
              <a:avLst/>
            </a:prstGeom>
          </p:spPr>
        </p:pic>
      </p:grpSp>
      <p:sp>
        <p:nvSpPr>
          <p:cNvPr id="15" name="object 15"/>
          <p:cNvSpPr txBox="1"/>
          <p:nvPr/>
        </p:nvSpPr>
        <p:spPr>
          <a:xfrm>
            <a:off x="3246818" y="4372123"/>
            <a:ext cx="157692" cy="247995"/>
          </a:xfrm>
          <a:prstGeom prst="rect">
            <a:avLst/>
          </a:prstGeom>
        </p:spPr>
        <p:txBody>
          <a:bodyPr vert="horz" wrap="square" lIns="0" tIns="10583" rIns="0" bIns="0" rtlCol="0">
            <a:spAutoFit/>
          </a:bodyPr>
          <a:lstStyle/>
          <a:p>
            <a:pPr marL="10583">
              <a:spcBef>
                <a:spcPts val="83"/>
              </a:spcBef>
            </a:pPr>
            <a:r>
              <a:rPr sz="1542" b="1" spc="121" dirty="0">
                <a:solidFill>
                  <a:srgbClr val="262424"/>
                </a:solidFill>
                <a:latin typeface="Trebuchet MS"/>
                <a:cs typeface="Trebuchet MS"/>
              </a:rPr>
              <a:t>3</a:t>
            </a:r>
            <a:endParaRPr sz="1542">
              <a:latin typeface="Trebuchet MS"/>
              <a:cs typeface="Trebuchet MS"/>
            </a:endParaRPr>
          </a:p>
        </p:txBody>
      </p:sp>
      <p:pic>
        <p:nvPicPr>
          <p:cNvPr id="16" name="object 16"/>
          <p:cNvPicPr/>
          <p:nvPr/>
        </p:nvPicPr>
        <p:blipFill>
          <a:blip r:embed="rId5" cstate="print"/>
          <a:stretch>
            <a:fillRect/>
          </a:stretch>
        </p:blipFill>
        <p:spPr>
          <a:xfrm>
            <a:off x="583501" y="5089207"/>
            <a:ext cx="5484304" cy="1181396"/>
          </a:xfrm>
          <a:prstGeom prst="rect">
            <a:avLst/>
          </a:prstGeom>
        </p:spPr>
      </p:pic>
      <p:sp>
        <p:nvSpPr>
          <p:cNvPr id="17" name="object 17"/>
          <p:cNvSpPr txBox="1"/>
          <p:nvPr/>
        </p:nvSpPr>
        <p:spPr>
          <a:xfrm>
            <a:off x="3247114" y="5593419"/>
            <a:ext cx="157692" cy="247995"/>
          </a:xfrm>
          <a:prstGeom prst="rect">
            <a:avLst/>
          </a:prstGeom>
        </p:spPr>
        <p:txBody>
          <a:bodyPr vert="horz" wrap="square" lIns="0" tIns="10583" rIns="0" bIns="0" rtlCol="0">
            <a:spAutoFit/>
          </a:bodyPr>
          <a:lstStyle/>
          <a:p>
            <a:pPr marL="10583">
              <a:spcBef>
                <a:spcPts val="83"/>
              </a:spcBef>
            </a:pPr>
            <a:r>
              <a:rPr sz="1542" b="1" spc="121" dirty="0">
                <a:solidFill>
                  <a:srgbClr val="262424"/>
                </a:solidFill>
                <a:latin typeface="Trebuchet MS"/>
                <a:cs typeface="Trebuchet MS"/>
              </a:rPr>
              <a:t>4</a:t>
            </a:r>
            <a:endParaRPr sz="1542">
              <a:latin typeface="Trebuchet MS"/>
              <a:cs typeface="Trebuchet MS"/>
            </a:endParaRPr>
          </a:p>
        </p:txBody>
      </p:sp>
      <p:sp>
        <p:nvSpPr>
          <p:cNvPr id="18" name="object 18"/>
          <p:cNvSpPr txBox="1"/>
          <p:nvPr/>
        </p:nvSpPr>
        <p:spPr>
          <a:xfrm>
            <a:off x="5411322" y="3920025"/>
            <a:ext cx="6195483" cy="2473155"/>
          </a:xfrm>
          <a:prstGeom prst="rect">
            <a:avLst/>
          </a:prstGeom>
        </p:spPr>
        <p:txBody>
          <a:bodyPr vert="horz" wrap="square" lIns="0" tIns="10583" rIns="0" bIns="0" rtlCol="0">
            <a:spAutoFit/>
          </a:bodyPr>
          <a:lstStyle/>
          <a:p>
            <a:pPr marL="129641">
              <a:spcBef>
                <a:spcPts val="83"/>
              </a:spcBef>
            </a:pPr>
            <a:r>
              <a:rPr sz="2333" b="1" spc="296" dirty="0">
                <a:solidFill>
                  <a:srgbClr val="262424"/>
                </a:solidFill>
                <a:latin typeface="Trebuchet MS"/>
                <a:cs typeface="Trebuchet MS"/>
              </a:rPr>
              <a:t>Model</a:t>
            </a:r>
            <a:r>
              <a:rPr sz="2333" b="1" spc="104" dirty="0">
                <a:solidFill>
                  <a:srgbClr val="262424"/>
                </a:solidFill>
                <a:latin typeface="Trebuchet MS"/>
                <a:cs typeface="Trebuchet MS"/>
              </a:rPr>
              <a:t> </a:t>
            </a:r>
            <a:r>
              <a:rPr sz="2333" b="1" spc="191" dirty="0">
                <a:solidFill>
                  <a:srgbClr val="262424"/>
                </a:solidFill>
                <a:latin typeface="Trebuchet MS"/>
                <a:cs typeface="Trebuchet MS"/>
              </a:rPr>
              <a:t>Training</a:t>
            </a:r>
            <a:endParaRPr sz="2333">
              <a:latin typeface="Trebuchet MS"/>
              <a:cs typeface="Trebuchet MS"/>
            </a:endParaRPr>
          </a:p>
          <a:p>
            <a:pPr marL="129641" marR="295263">
              <a:spcBef>
                <a:spcPts val="29"/>
              </a:spcBef>
            </a:pPr>
            <a:r>
              <a:rPr sz="1667" dirty="0">
                <a:solidFill>
                  <a:srgbClr val="262424"/>
                </a:solidFill>
                <a:latin typeface="Trebuchet MS"/>
                <a:cs typeface="Trebuchet MS"/>
              </a:rPr>
              <a:t>Train</a:t>
            </a:r>
            <a:r>
              <a:rPr sz="1667" spc="46" dirty="0">
                <a:solidFill>
                  <a:srgbClr val="262424"/>
                </a:solidFill>
                <a:latin typeface="Trebuchet MS"/>
                <a:cs typeface="Trebuchet MS"/>
              </a:rPr>
              <a:t> </a:t>
            </a:r>
            <a:r>
              <a:rPr sz="1667" spc="83" dirty="0">
                <a:solidFill>
                  <a:srgbClr val="262424"/>
                </a:solidFill>
                <a:latin typeface="Trebuchet MS"/>
                <a:cs typeface="Trebuchet MS"/>
              </a:rPr>
              <a:t>the</a:t>
            </a:r>
            <a:r>
              <a:rPr sz="1667" spc="50" dirty="0">
                <a:solidFill>
                  <a:srgbClr val="262424"/>
                </a:solidFill>
                <a:latin typeface="Trebuchet MS"/>
                <a:cs typeface="Trebuchet MS"/>
              </a:rPr>
              <a:t> </a:t>
            </a:r>
            <a:r>
              <a:rPr sz="1667" spc="112" dirty="0">
                <a:solidFill>
                  <a:srgbClr val="262424"/>
                </a:solidFill>
                <a:latin typeface="Trebuchet MS"/>
                <a:cs typeface="Trebuchet MS"/>
              </a:rPr>
              <a:t>model</a:t>
            </a:r>
            <a:r>
              <a:rPr sz="1667" spc="42" dirty="0">
                <a:solidFill>
                  <a:srgbClr val="262424"/>
                </a:solidFill>
                <a:latin typeface="Trebuchet MS"/>
                <a:cs typeface="Trebuchet MS"/>
              </a:rPr>
              <a:t> </a:t>
            </a:r>
            <a:r>
              <a:rPr sz="1667" spc="129" dirty="0">
                <a:solidFill>
                  <a:srgbClr val="262424"/>
                </a:solidFill>
                <a:latin typeface="Trebuchet MS"/>
                <a:cs typeface="Trebuchet MS"/>
              </a:rPr>
              <a:t>on</a:t>
            </a:r>
            <a:r>
              <a:rPr sz="1667" spc="50" dirty="0">
                <a:solidFill>
                  <a:srgbClr val="262424"/>
                </a:solidFill>
                <a:latin typeface="Trebuchet MS"/>
                <a:cs typeface="Trebuchet MS"/>
              </a:rPr>
              <a:t> </a:t>
            </a:r>
            <a:r>
              <a:rPr sz="1667" spc="62" dirty="0">
                <a:solidFill>
                  <a:srgbClr val="262424"/>
                </a:solidFill>
                <a:latin typeface="Trebuchet MS"/>
                <a:cs typeface="Trebuchet MS"/>
              </a:rPr>
              <a:t>labelled</a:t>
            </a:r>
            <a:r>
              <a:rPr sz="1667" spc="46" dirty="0">
                <a:solidFill>
                  <a:srgbClr val="262424"/>
                </a:solidFill>
                <a:latin typeface="Trebuchet MS"/>
                <a:cs typeface="Trebuchet MS"/>
              </a:rPr>
              <a:t> </a:t>
            </a:r>
            <a:r>
              <a:rPr sz="1667" spc="95" dirty="0">
                <a:solidFill>
                  <a:srgbClr val="262424"/>
                </a:solidFill>
                <a:latin typeface="Trebuchet MS"/>
                <a:cs typeface="Trebuchet MS"/>
              </a:rPr>
              <a:t>data</a:t>
            </a:r>
            <a:r>
              <a:rPr sz="1667" spc="46" dirty="0">
                <a:solidFill>
                  <a:srgbClr val="262424"/>
                </a:solidFill>
                <a:latin typeface="Trebuchet MS"/>
                <a:cs typeface="Trebuchet MS"/>
              </a:rPr>
              <a:t> </a:t>
            </a:r>
            <a:r>
              <a:rPr sz="1667" spc="133" dirty="0">
                <a:solidFill>
                  <a:srgbClr val="262424"/>
                </a:solidFill>
                <a:latin typeface="Trebuchet MS"/>
                <a:cs typeface="Trebuchet MS"/>
              </a:rPr>
              <a:t>using</a:t>
            </a:r>
            <a:r>
              <a:rPr sz="1667" spc="46" dirty="0">
                <a:solidFill>
                  <a:srgbClr val="262424"/>
                </a:solidFill>
                <a:latin typeface="Trebuchet MS"/>
                <a:cs typeface="Trebuchet MS"/>
              </a:rPr>
              <a:t> </a:t>
            </a:r>
            <a:r>
              <a:rPr sz="1667" spc="83" dirty="0">
                <a:solidFill>
                  <a:srgbClr val="262424"/>
                </a:solidFill>
                <a:latin typeface="Trebuchet MS"/>
                <a:cs typeface="Trebuchet MS"/>
              </a:rPr>
              <a:t>the</a:t>
            </a:r>
            <a:r>
              <a:rPr sz="1667" spc="54" dirty="0">
                <a:solidFill>
                  <a:srgbClr val="262424"/>
                </a:solidFill>
                <a:latin typeface="Trebuchet MS"/>
                <a:cs typeface="Trebuchet MS"/>
              </a:rPr>
              <a:t> </a:t>
            </a:r>
            <a:r>
              <a:rPr sz="1667" spc="137" dirty="0">
                <a:solidFill>
                  <a:srgbClr val="262424"/>
                </a:solidFill>
                <a:latin typeface="Trebuchet MS"/>
                <a:cs typeface="Trebuchet MS"/>
              </a:rPr>
              <a:t>Adam </a:t>
            </a:r>
            <a:r>
              <a:rPr sz="1667" spc="71" dirty="0">
                <a:solidFill>
                  <a:srgbClr val="262424"/>
                </a:solidFill>
                <a:latin typeface="Trebuchet MS"/>
                <a:cs typeface="Trebuchet MS"/>
              </a:rPr>
              <a:t>optimizer</a:t>
            </a:r>
            <a:r>
              <a:rPr sz="1667" spc="54" dirty="0">
                <a:solidFill>
                  <a:srgbClr val="262424"/>
                </a:solidFill>
                <a:latin typeface="Trebuchet MS"/>
                <a:cs typeface="Trebuchet MS"/>
              </a:rPr>
              <a:t> </a:t>
            </a:r>
            <a:r>
              <a:rPr sz="1667" spc="133" dirty="0">
                <a:solidFill>
                  <a:srgbClr val="262424"/>
                </a:solidFill>
                <a:latin typeface="Trebuchet MS"/>
                <a:cs typeface="Trebuchet MS"/>
              </a:rPr>
              <a:t>and</a:t>
            </a:r>
            <a:r>
              <a:rPr sz="1667" spc="50" dirty="0">
                <a:solidFill>
                  <a:srgbClr val="262424"/>
                </a:solidFill>
                <a:latin typeface="Trebuchet MS"/>
                <a:cs typeface="Trebuchet MS"/>
              </a:rPr>
              <a:t> </a:t>
            </a:r>
            <a:r>
              <a:rPr sz="1667" spc="83" dirty="0">
                <a:solidFill>
                  <a:srgbClr val="262424"/>
                </a:solidFill>
                <a:latin typeface="Trebuchet MS"/>
                <a:cs typeface="Trebuchet MS"/>
              </a:rPr>
              <a:t>Categorical</a:t>
            </a:r>
            <a:r>
              <a:rPr sz="1667" spc="46" dirty="0">
                <a:solidFill>
                  <a:srgbClr val="262424"/>
                </a:solidFill>
                <a:latin typeface="Trebuchet MS"/>
                <a:cs typeface="Trebuchet MS"/>
              </a:rPr>
              <a:t> </a:t>
            </a:r>
            <a:r>
              <a:rPr sz="1667" spc="117" dirty="0">
                <a:solidFill>
                  <a:srgbClr val="262424"/>
                </a:solidFill>
                <a:latin typeface="Trebuchet MS"/>
                <a:cs typeface="Trebuchet MS"/>
              </a:rPr>
              <a:t>Cross-</a:t>
            </a:r>
            <a:r>
              <a:rPr sz="1667" spc="87" dirty="0">
                <a:solidFill>
                  <a:srgbClr val="262424"/>
                </a:solidFill>
                <a:latin typeface="Trebuchet MS"/>
                <a:cs typeface="Trebuchet MS"/>
              </a:rPr>
              <a:t>Entropy</a:t>
            </a:r>
            <a:r>
              <a:rPr sz="1667" spc="54" dirty="0">
                <a:solidFill>
                  <a:srgbClr val="262424"/>
                </a:solidFill>
                <a:latin typeface="Trebuchet MS"/>
                <a:cs typeface="Trebuchet MS"/>
              </a:rPr>
              <a:t> </a:t>
            </a:r>
            <a:r>
              <a:rPr sz="1667" spc="112" dirty="0">
                <a:solidFill>
                  <a:srgbClr val="262424"/>
                </a:solidFill>
                <a:latin typeface="Trebuchet MS"/>
                <a:cs typeface="Trebuchet MS"/>
              </a:rPr>
              <a:t>loss</a:t>
            </a:r>
            <a:r>
              <a:rPr sz="1667" spc="50" dirty="0">
                <a:solidFill>
                  <a:srgbClr val="262424"/>
                </a:solidFill>
                <a:latin typeface="Trebuchet MS"/>
                <a:cs typeface="Trebuchet MS"/>
              </a:rPr>
              <a:t> </a:t>
            </a:r>
            <a:r>
              <a:rPr sz="1667" spc="46" dirty="0">
                <a:solidFill>
                  <a:srgbClr val="262424"/>
                </a:solidFill>
                <a:latin typeface="Trebuchet MS"/>
                <a:cs typeface="Trebuchet MS"/>
              </a:rPr>
              <a:t>function.</a:t>
            </a:r>
            <a:endParaRPr sz="1667">
              <a:latin typeface="Trebuchet MS"/>
              <a:cs typeface="Trebuchet MS"/>
            </a:endParaRPr>
          </a:p>
          <a:p>
            <a:pPr marL="10583">
              <a:spcBef>
                <a:spcPts val="4"/>
              </a:spcBef>
              <a:tabLst>
                <a:tab pos="6184123" algn="l"/>
              </a:tabLst>
            </a:pPr>
            <a:r>
              <a:rPr sz="1667" u="sng" spc="92" dirty="0">
                <a:solidFill>
                  <a:srgbClr val="262424"/>
                </a:solidFill>
                <a:uFill>
                  <a:solidFill>
                    <a:srgbClr val="B1D3E4"/>
                  </a:solidFill>
                </a:uFill>
                <a:latin typeface="Trebuchet MS"/>
                <a:cs typeface="Trebuchet MS"/>
              </a:rPr>
              <a:t>  </a:t>
            </a:r>
            <a:r>
              <a:rPr sz="1667" u="sng" spc="87" dirty="0">
                <a:solidFill>
                  <a:srgbClr val="262424"/>
                </a:solidFill>
                <a:uFill>
                  <a:solidFill>
                    <a:srgbClr val="B1D3E4"/>
                  </a:solidFill>
                </a:uFill>
                <a:latin typeface="Trebuchet MS"/>
                <a:cs typeface="Trebuchet MS"/>
              </a:rPr>
              <a:t>Monitor</a:t>
            </a:r>
            <a:r>
              <a:rPr sz="1667" u="sng" spc="58" dirty="0">
                <a:solidFill>
                  <a:srgbClr val="262424"/>
                </a:solidFill>
                <a:uFill>
                  <a:solidFill>
                    <a:srgbClr val="B1D3E4"/>
                  </a:solidFill>
                </a:uFill>
                <a:latin typeface="Trebuchet MS"/>
                <a:cs typeface="Trebuchet MS"/>
              </a:rPr>
              <a:t> </a:t>
            </a:r>
            <a:r>
              <a:rPr sz="1667" u="sng" spc="87" dirty="0">
                <a:solidFill>
                  <a:srgbClr val="262424"/>
                </a:solidFill>
                <a:uFill>
                  <a:solidFill>
                    <a:srgbClr val="B1D3E4"/>
                  </a:solidFill>
                </a:uFill>
                <a:latin typeface="Trebuchet MS"/>
                <a:cs typeface="Trebuchet MS"/>
              </a:rPr>
              <a:t>metrics</a:t>
            </a:r>
            <a:r>
              <a:rPr sz="1667" u="sng" spc="54" dirty="0">
                <a:solidFill>
                  <a:srgbClr val="262424"/>
                </a:solidFill>
                <a:uFill>
                  <a:solidFill>
                    <a:srgbClr val="B1D3E4"/>
                  </a:solidFill>
                </a:uFill>
                <a:latin typeface="Trebuchet MS"/>
                <a:cs typeface="Trebuchet MS"/>
              </a:rPr>
              <a:t> </a:t>
            </a:r>
            <a:r>
              <a:rPr sz="1667" u="sng" dirty="0">
                <a:solidFill>
                  <a:srgbClr val="262424"/>
                </a:solidFill>
                <a:uFill>
                  <a:solidFill>
                    <a:srgbClr val="B1D3E4"/>
                  </a:solidFill>
                </a:uFill>
                <a:latin typeface="Trebuchet MS"/>
                <a:cs typeface="Trebuchet MS"/>
              </a:rPr>
              <a:t>like</a:t>
            </a:r>
            <a:r>
              <a:rPr sz="1667" u="sng" spc="58" dirty="0">
                <a:solidFill>
                  <a:srgbClr val="262424"/>
                </a:solidFill>
                <a:uFill>
                  <a:solidFill>
                    <a:srgbClr val="B1D3E4"/>
                  </a:solidFill>
                </a:uFill>
                <a:latin typeface="Trebuchet MS"/>
                <a:cs typeface="Trebuchet MS"/>
              </a:rPr>
              <a:t> </a:t>
            </a:r>
            <a:r>
              <a:rPr sz="1667" u="sng" spc="108" dirty="0">
                <a:solidFill>
                  <a:srgbClr val="262424"/>
                </a:solidFill>
                <a:uFill>
                  <a:solidFill>
                    <a:srgbClr val="B1D3E4"/>
                  </a:solidFill>
                </a:uFill>
                <a:latin typeface="Trebuchet MS"/>
                <a:cs typeface="Trebuchet MS"/>
              </a:rPr>
              <a:t>accuracy</a:t>
            </a:r>
            <a:r>
              <a:rPr sz="1667" u="sng" spc="54" dirty="0">
                <a:solidFill>
                  <a:srgbClr val="262424"/>
                </a:solidFill>
                <a:uFill>
                  <a:solidFill>
                    <a:srgbClr val="B1D3E4"/>
                  </a:solidFill>
                </a:uFill>
                <a:latin typeface="Trebuchet MS"/>
                <a:cs typeface="Trebuchet MS"/>
              </a:rPr>
              <a:t> </a:t>
            </a:r>
            <a:r>
              <a:rPr sz="1667" u="sng" spc="133" dirty="0">
                <a:solidFill>
                  <a:srgbClr val="262424"/>
                </a:solidFill>
                <a:uFill>
                  <a:solidFill>
                    <a:srgbClr val="B1D3E4"/>
                  </a:solidFill>
                </a:uFill>
                <a:latin typeface="Trebuchet MS"/>
                <a:cs typeface="Trebuchet MS"/>
              </a:rPr>
              <a:t>and</a:t>
            </a:r>
            <a:r>
              <a:rPr sz="1667" u="sng" spc="54" dirty="0">
                <a:solidFill>
                  <a:srgbClr val="262424"/>
                </a:solidFill>
                <a:uFill>
                  <a:solidFill>
                    <a:srgbClr val="B1D3E4"/>
                  </a:solidFill>
                </a:uFill>
                <a:latin typeface="Trebuchet MS"/>
                <a:cs typeface="Trebuchet MS"/>
              </a:rPr>
              <a:t> </a:t>
            </a:r>
            <a:r>
              <a:rPr sz="1667" u="sng" spc="104" dirty="0">
                <a:solidFill>
                  <a:srgbClr val="262424"/>
                </a:solidFill>
                <a:uFill>
                  <a:solidFill>
                    <a:srgbClr val="B1D3E4"/>
                  </a:solidFill>
                </a:uFill>
                <a:latin typeface="Trebuchet MS"/>
                <a:cs typeface="Trebuchet MS"/>
              </a:rPr>
              <a:t>F1-</a:t>
            </a:r>
            <a:r>
              <a:rPr sz="1667" u="sng" spc="46" dirty="0">
                <a:solidFill>
                  <a:srgbClr val="262424"/>
                </a:solidFill>
                <a:uFill>
                  <a:solidFill>
                    <a:srgbClr val="B1D3E4"/>
                  </a:solidFill>
                </a:uFill>
                <a:latin typeface="Trebuchet MS"/>
                <a:cs typeface="Trebuchet MS"/>
              </a:rPr>
              <a:t>score.</a:t>
            </a:r>
            <a:r>
              <a:rPr sz="1667" u="sng" dirty="0">
                <a:solidFill>
                  <a:srgbClr val="262424"/>
                </a:solidFill>
                <a:uFill>
                  <a:solidFill>
                    <a:srgbClr val="B1D3E4"/>
                  </a:solidFill>
                </a:uFill>
                <a:latin typeface="Trebuchet MS"/>
                <a:cs typeface="Trebuchet MS"/>
              </a:rPr>
              <a:t>	</a:t>
            </a:r>
            <a:endParaRPr sz="1667">
              <a:latin typeface="Trebuchet MS"/>
              <a:cs typeface="Trebuchet MS"/>
            </a:endParaRPr>
          </a:p>
          <a:p>
            <a:pPr marL="815413">
              <a:spcBef>
                <a:spcPts val="783"/>
              </a:spcBef>
            </a:pPr>
            <a:r>
              <a:rPr sz="2333" b="1" spc="296" dirty="0">
                <a:solidFill>
                  <a:srgbClr val="262424"/>
                </a:solidFill>
                <a:latin typeface="Trebuchet MS"/>
                <a:cs typeface="Trebuchet MS"/>
              </a:rPr>
              <a:t>Model</a:t>
            </a:r>
            <a:r>
              <a:rPr sz="2333" b="1" spc="104" dirty="0">
                <a:solidFill>
                  <a:srgbClr val="262424"/>
                </a:solidFill>
                <a:latin typeface="Trebuchet MS"/>
                <a:cs typeface="Trebuchet MS"/>
              </a:rPr>
              <a:t> </a:t>
            </a:r>
            <a:r>
              <a:rPr sz="2333" b="1" spc="229" dirty="0">
                <a:solidFill>
                  <a:srgbClr val="262424"/>
                </a:solidFill>
                <a:latin typeface="Trebuchet MS"/>
                <a:cs typeface="Trebuchet MS"/>
              </a:rPr>
              <a:t>Evaluation</a:t>
            </a:r>
            <a:endParaRPr sz="2333">
              <a:latin typeface="Trebuchet MS"/>
              <a:cs typeface="Trebuchet MS"/>
            </a:endParaRPr>
          </a:p>
          <a:p>
            <a:pPr marL="815413" marR="397387">
              <a:spcBef>
                <a:spcPts val="758"/>
              </a:spcBef>
            </a:pPr>
            <a:r>
              <a:rPr sz="1667" dirty="0">
                <a:solidFill>
                  <a:srgbClr val="262424"/>
                </a:solidFill>
                <a:latin typeface="Trebuchet MS"/>
                <a:cs typeface="Trebuchet MS"/>
              </a:rPr>
              <a:t>Test</a:t>
            </a:r>
            <a:r>
              <a:rPr sz="1667" spc="37" dirty="0">
                <a:solidFill>
                  <a:srgbClr val="262424"/>
                </a:solidFill>
                <a:latin typeface="Trebuchet MS"/>
                <a:cs typeface="Trebuchet MS"/>
              </a:rPr>
              <a:t> </a:t>
            </a:r>
            <a:r>
              <a:rPr sz="1667" spc="83" dirty="0">
                <a:solidFill>
                  <a:srgbClr val="262424"/>
                </a:solidFill>
                <a:latin typeface="Trebuchet MS"/>
                <a:cs typeface="Trebuchet MS"/>
              </a:rPr>
              <a:t>the</a:t>
            </a:r>
            <a:r>
              <a:rPr sz="1667" spc="46" dirty="0">
                <a:solidFill>
                  <a:srgbClr val="262424"/>
                </a:solidFill>
                <a:latin typeface="Trebuchet MS"/>
                <a:cs typeface="Trebuchet MS"/>
              </a:rPr>
              <a:t> </a:t>
            </a:r>
            <a:r>
              <a:rPr sz="1667" spc="112" dirty="0">
                <a:solidFill>
                  <a:srgbClr val="262424"/>
                </a:solidFill>
                <a:latin typeface="Trebuchet MS"/>
                <a:cs typeface="Trebuchet MS"/>
              </a:rPr>
              <a:t>model</a:t>
            </a:r>
            <a:r>
              <a:rPr sz="1667" spc="42" dirty="0">
                <a:solidFill>
                  <a:srgbClr val="262424"/>
                </a:solidFill>
                <a:latin typeface="Trebuchet MS"/>
                <a:cs typeface="Trebuchet MS"/>
              </a:rPr>
              <a:t> </a:t>
            </a:r>
            <a:r>
              <a:rPr sz="1667" spc="129" dirty="0">
                <a:solidFill>
                  <a:srgbClr val="262424"/>
                </a:solidFill>
                <a:latin typeface="Trebuchet MS"/>
                <a:cs typeface="Trebuchet MS"/>
              </a:rPr>
              <a:t>on</a:t>
            </a:r>
            <a:r>
              <a:rPr sz="1667" spc="42" dirty="0">
                <a:solidFill>
                  <a:srgbClr val="262424"/>
                </a:solidFill>
                <a:latin typeface="Trebuchet MS"/>
                <a:cs typeface="Trebuchet MS"/>
              </a:rPr>
              <a:t> </a:t>
            </a:r>
            <a:r>
              <a:rPr sz="1667" spc="137" dirty="0">
                <a:solidFill>
                  <a:srgbClr val="262424"/>
                </a:solidFill>
                <a:latin typeface="Trebuchet MS"/>
                <a:cs typeface="Trebuchet MS"/>
              </a:rPr>
              <a:t>a</a:t>
            </a:r>
            <a:r>
              <a:rPr sz="1667" spc="42" dirty="0">
                <a:solidFill>
                  <a:srgbClr val="262424"/>
                </a:solidFill>
                <a:latin typeface="Trebuchet MS"/>
                <a:cs typeface="Trebuchet MS"/>
              </a:rPr>
              <a:t> </a:t>
            </a:r>
            <a:r>
              <a:rPr sz="1667" spc="71" dirty="0">
                <a:solidFill>
                  <a:srgbClr val="262424"/>
                </a:solidFill>
                <a:latin typeface="Trebuchet MS"/>
                <a:cs typeface="Trebuchet MS"/>
              </a:rPr>
              <a:t>validation</a:t>
            </a:r>
            <a:r>
              <a:rPr sz="1667" spc="46" dirty="0">
                <a:solidFill>
                  <a:srgbClr val="262424"/>
                </a:solidFill>
                <a:latin typeface="Trebuchet MS"/>
                <a:cs typeface="Trebuchet MS"/>
              </a:rPr>
              <a:t> </a:t>
            </a:r>
            <a:r>
              <a:rPr sz="1667" spc="100" dirty="0">
                <a:solidFill>
                  <a:srgbClr val="262424"/>
                </a:solidFill>
                <a:latin typeface="Trebuchet MS"/>
                <a:cs typeface="Trebuchet MS"/>
              </a:rPr>
              <a:t>set</a:t>
            </a:r>
            <a:r>
              <a:rPr sz="1667" spc="37" dirty="0">
                <a:solidFill>
                  <a:srgbClr val="262424"/>
                </a:solidFill>
                <a:latin typeface="Trebuchet MS"/>
                <a:cs typeface="Trebuchet MS"/>
              </a:rPr>
              <a:t> </a:t>
            </a:r>
            <a:r>
              <a:rPr sz="1667" spc="50" dirty="0">
                <a:solidFill>
                  <a:srgbClr val="262424"/>
                </a:solidFill>
                <a:latin typeface="Trebuchet MS"/>
                <a:cs typeface="Trebuchet MS"/>
              </a:rPr>
              <a:t>to</a:t>
            </a:r>
            <a:r>
              <a:rPr sz="1667" spc="42" dirty="0">
                <a:solidFill>
                  <a:srgbClr val="262424"/>
                </a:solidFill>
                <a:latin typeface="Trebuchet MS"/>
                <a:cs typeface="Trebuchet MS"/>
              </a:rPr>
              <a:t> </a:t>
            </a:r>
            <a:r>
              <a:rPr sz="1667" spc="117" dirty="0">
                <a:solidFill>
                  <a:srgbClr val="262424"/>
                </a:solidFill>
                <a:latin typeface="Trebuchet MS"/>
                <a:cs typeface="Trebuchet MS"/>
              </a:rPr>
              <a:t>ensure</a:t>
            </a:r>
            <a:r>
              <a:rPr sz="1667" spc="50" dirty="0">
                <a:solidFill>
                  <a:srgbClr val="262424"/>
                </a:solidFill>
                <a:latin typeface="Trebuchet MS"/>
                <a:cs typeface="Trebuchet MS"/>
              </a:rPr>
              <a:t> </a:t>
            </a:r>
            <a:r>
              <a:rPr sz="1667" spc="29" dirty="0">
                <a:solidFill>
                  <a:srgbClr val="262424"/>
                </a:solidFill>
                <a:latin typeface="Trebuchet MS"/>
                <a:cs typeface="Trebuchet MS"/>
              </a:rPr>
              <a:t>its </a:t>
            </a:r>
            <a:r>
              <a:rPr sz="1667" spc="67" dirty="0">
                <a:solidFill>
                  <a:srgbClr val="262424"/>
                </a:solidFill>
                <a:latin typeface="Trebuchet MS"/>
                <a:cs typeface="Trebuchet MS"/>
              </a:rPr>
              <a:t>generalizability</a:t>
            </a:r>
            <a:r>
              <a:rPr sz="1667" spc="83" dirty="0">
                <a:solidFill>
                  <a:srgbClr val="262424"/>
                </a:solidFill>
                <a:latin typeface="Trebuchet MS"/>
                <a:cs typeface="Trebuchet MS"/>
              </a:rPr>
              <a:t> </a:t>
            </a:r>
            <a:r>
              <a:rPr sz="1667" spc="50" dirty="0">
                <a:solidFill>
                  <a:srgbClr val="262424"/>
                </a:solidFill>
                <a:latin typeface="Trebuchet MS"/>
                <a:cs typeface="Trebuchet MS"/>
              </a:rPr>
              <a:t>to</a:t>
            </a:r>
            <a:r>
              <a:rPr sz="1667" spc="79" dirty="0">
                <a:solidFill>
                  <a:srgbClr val="262424"/>
                </a:solidFill>
                <a:latin typeface="Trebuchet MS"/>
                <a:cs typeface="Trebuchet MS"/>
              </a:rPr>
              <a:t> </a:t>
            </a:r>
            <a:r>
              <a:rPr sz="1667" spc="125" dirty="0">
                <a:solidFill>
                  <a:srgbClr val="262424"/>
                </a:solidFill>
                <a:latin typeface="Trebuchet MS"/>
                <a:cs typeface="Trebuchet MS"/>
              </a:rPr>
              <a:t>new</a:t>
            </a:r>
            <a:r>
              <a:rPr sz="1667" spc="83" dirty="0">
                <a:solidFill>
                  <a:srgbClr val="262424"/>
                </a:solidFill>
                <a:latin typeface="Trebuchet MS"/>
                <a:cs typeface="Trebuchet MS"/>
              </a:rPr>
              <a:t> </a:t>
            </a:r>
            <a:r>
              <a:rPr sz="1667" spc="62" dirty="0">
                <a:solidFill>
                  <a:srgbClr val="262424"/>
                </a:solidFill>
                <a:latin typeface="Trebuchet MS"/>
                <a:cs typeface="Trebuchet MS"/>
              </a:rPr>
              <a:t>data.</a:t>
            </a:r>
            <a:r>
              <a:rPr sz="1667" spc="79" dirty="0">
                <a:solidFill>
                  <a:srgbClr val="262424"/>
                </a:solidFill>
                <a:latin typeface="Trebuchet MS"/>
                <a:cs typeface="Trebuchet MS"/>
              </a:rPr>
              <a:t> </a:t>
            </a:r>
            <a:r>
              <a:rPr sz="1667" dirty="0">
                <a:solidFill>
                  <a:srgbClr val="262424"/>
                </a:solidFill>
                <a:latin typeface="Trebuchet MS"/>
                <a:cs typeface="Trebuchet MS"/>
              </a:rPr>
              <a:t>Fine-</a:t>
            </a:r>
            <a:r>
              <a:rPr sz="1667" spc="95" dirty="0">
                <a:solidFill>
                  <a:srgbClr val="262424"/>
                </a:solidFill>
                <a:latin typeface="Trebuchet MS"/>
                <a:cs typeface="Trebuchet MS"/>
              </a:rPr>
              <a:t>tune</a:t>
            </a:r>
            <a:r>
              <a:rPr sz="1667" spc="83" dirty="0">
                <a:solidFill>
                  <a:srgbClr val="262424"/>
                </a:solidFill>
                <a:latin typeface="Trebuchet MS"/>
                <a:cs typeface="Trebuchet MS"/>
              </a:rPr>
              <a:t> </a:t>
            </a:r>
            <a:r>
              <a:rPr sz="1667" spc="100" dirty="0">
                <a:solidFill>
                  <a:srgbClr val="262424"/>
                </a:solidFill>
                <a:latin typeface="Trebuchet MS"/>
                <a:cs typeface="Trebuchet MS"/>
              </a:rPr>
              <a:t>hyper </a:t>
            </a:r>
            <a:r>
              <a:rPr sz="1667" spc="112" dirty="0">
                <a:solidFill>
                  <a:srgbClr val="262424"/>
                </a:solidFill>
                <a:latin typeface="Trebuchet MS"/>
                <a:cs typeface="Trebuchet MS"/>
              </a:rPr>
              <a:t>parameters</a:t>
            </a:r>
            <a:r>
              <a:rPr sz="1667" spc="71" dirty="0">
                <a:solidFill>
                  <a:srgbClr val="262424"/>
                </a:solidFill>
                <a:latin typeface="Trebuchet MS"/>
                <a:cs typeface="Trebuchet MS"/>
              </a:rPr>
              <a:t> </a:t>
            </a:r>
            <a:r>
              <a:rPr sz="1667" dirty="0">
                <a:solidFill>
                  <a:srgbClr val="262424"/>
                </a:solidFill>
                <a:latin typeface="Trebuchet MS"/>
                <a:cs typeface="Trebuchet MS"/>
              </a:rPr>
              <a:t>for</a:t>
            </a:r>
            <a:r>
              <a:rPr sz="1667" spc="75" dirty="0">
                <a:solidFill>
                  <a:srgbClr val="262424"/>
                </a:solidFill>
                <a:latin typeface="Trebuchet MS"/>
                <a:cs typeface="Trebuchet MS"/>
              </a:rPr>
              <a:t> </a:t>
            </a:r>
            <a:r>
              <a:rPr sz="1667" spc="79" dirty="0">
                <a:solidFill>
                  <a:srgbClr val="262424"/>
                </a:solidFill>
                <a:latin typeface="Trebuchet MS"/>
                <a:cs typeface="Trebuchet MS"/>
              </a:rPr>
              <a:t>optimal</a:t>
            </a:r>
            <a:r>
              <a:rPr sz="1667" spc="71" dirty="0">
                <a:solidFill>
                  <a:srgbClr val="262424"/>
                </a:solidFill>
                <a:latin typeface="Trebuchet MS"/>
                <a:cs typeface="Trebuchet MS"/>
              </a:rPr>
              <a:t> </a:t>
            </a:r>
            <a:r>
              <a:rPr sz="1667" spc="75" dirty="0">
                <a:solidFill>
                  <a:srgbClr val="262424"/>
                </a:solidFill>
                <a:latin typeface="Trebuchet MS"/>
                <a:cs typeface="Trebuchet MS"/>
              </a:rPr>
              <a:t>performance.</a:t>
            </a:r>
            <a:endParaRPr sz="1667">
              <a:latin typeface="Trebuchet MS"/>
              <a:cs typeface="Trebuchet MS"/>
            </a:endParaRPr>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A35AF2-3C5F-B6AD-979A-E7C066E4C0EC}"/>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System Overview</a:t>
            </a:r>
          </a:p>
        </p:txBody>
      </p:sp>
      <p:sp>
        <p:nvSpPr>
          <p:cNvPr id="3" name="Content Placeholder 2">
            <a:extLst>
              <a:ext uri="{FF2B5EF4-FFF2-40B4-BE49-F238E27FC236}">
                <a16:creationId xmlns:a16="http://schemas.microsoft.com/office/drawing/2014/main" id="{9B527ABF-0F74-9A04-3801-02C99AB0670D}"/>
              </a:ext>
            </a:extLst>
          </p:cNvPr>
          <p:cNvSpPr>
            <a:spLocks noGrp="1"/>
          </p:cNvSpPr>
          <p:nvPr>
            <p:ph idx="1"/>
          </p:nvPr>
        </p:nvSpPr>
        <p:spPr>
          <a:xfrm>
            <a:off x="4810259" y="649480"/>
            <a:ext cx="6555347" cy="5546047"/>
          </a:xfrm>
        </p:spPr>
        <p:txBody>
          <a:bodyPr anchor="ctr">
            <a:normAutofit/>
          </a:bodyPr>
          <a:lstStyle/>
          <a:p>
            <a:r>
              <a:rPr lang="en-US" sz="2000" dirty="0"/>
              <a:t>Input </a:t>
            </a:r>
          </a:p>
          <a:p>
            <a:r>
              <a:rPr lang="en-US" sz="2000" dirty="0"/>
              <a:t>Processing </a:t>
            </a:r>
          </a:p>
          <a:p>
            <a:r>
              <a:rPr lang="en-US" sz="2000" dirty="0"/>
              <a:t>Output </a:t>
            </a:r>
          </a:p>
          <a:p>
            <a:pPr marL="0" indent="0">
              <a:buNone/>
            </a:pPr>
            <a:br>
              <a:rPr lang="en-US" sz="2000" dirty="0"/>
            </a:br>
            <a:r>
              <a:rPr lang="en-US" sz="2000" dirty="0"/>
              <a:t>The system works in three main steps. First, the user provides input in the form of a plant leaf image. Second, the system processes the image using preprocessing techniques and analyzes it using a trained model. Finally, the output is displayed, which includes the disease name and its details. This simple flow ensures that the system works efficiently and provides quick results to the user.</a:t>
            </a:r>
          </a:p>
          <a:p>
            <a:endParaRPr lang="en-IN" sz="2000" dirty="0"/>
          </a:p>
        </p:txBody>
      </p:sp>
    </p:spTree>
    <p:extLst>
      <p:ext uri="{BB962C8B-B14F-4D97-AF65-F5344CB8AC3E}">
        <p14:creationId xmlns:p14="http://schemas.microsoft.com/office/powerpoint/2010/main" val="83484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39E149F-06D8-A300-9C86-E25C67746005}"/>
              </a:ext>
            </a:extLst>
          </p:cNvPr>
          <p:cNvSpPr>
            <a:spLocks noGrp="1"/>
          </p:cNvSpPr>
          <p:nvPr>
            <p:ph type="title"/>
          </p:nvPr>
        </p:nvSpPr>
        <p:spPr>
          <a:xfrm>
            <a:off x="876691" y="301843"/>
            <a:ext cx="10477109" cy="1003532"/>
          </a:xfrm>
        </p:spPr>
        <p:txBody>
          <a:bodyPr anchor="ctr">
            <a:normAutofit/>
          </a:bodyPr>
          <a:lstStyle/>
          <a:p>
            <a:r>
              <a:rPr lang="en-IN" sz="3200">
                <a:solidFill>
                  <a:srgbClr val="FFFFFF"/>
                </a:solidFill>
              </a:rPr>
              <a:t>Technologies Used</a:t>
            </a:r>
          </a:p>
        </p:txBody>
      </p:sp>
      <p:sp>
        <p:nvSpPr>
          <p:cNvPr id="3" name="Content Placeholder 2">
            <a:extLst>
              <a:ext uri="{FF2B5EF4-FFF2-40B4-BE49-F238E27FC236}">
                <a16:creationId xmlns:a16="http://schemas.microsoft.com/office/drawing/2014/main" id="{9132AA86-3155-C7AA-7B2C-2BF700800E77}"/>
              </a:ext>
            </a:extLst>
          </p:cNvPr>
          <p:cNvSpPr>
            <a:spLocks noGrp="1"/>
          </p:cNvSpPr>
          <p:nvPr>
            <p:ph idx="1"/>
          </p:nvPr>
        </p:nvSpPr>
        <p:spPr>
          <a:xfrm>
            <a:off x="1016000" y="1808965"/>
            <a:ext cx="10337800" cy="4356836"/>
          </a:xfrm>
        </p:spPr>
        <p:txBody>
          <a:bodyPr>
            <a:noAutofit/>
          </a:bodyPr>
          <a:lstStyle/>
          <a:p>
            <a:r>
              <a:rPr lang="en-US" sz="2400" dirty="0"/>
              <a:t>Python </a:t>
            </a:r>
          </a:p>
          <a:p>
            <a:r>
              <a:rPr lang="en-US" sz="2400" dirty="0"/>
              <a:t>TensorFlow </a:t>
            </a:r>
          </a:p>
          <a:p>
            <a:r>
              <a:rPr lang="en-US" sz="2400" dirty="0"/>
              <a:t>OpenCV </a:t>
            </a:r>
          </a:p>
          <a:p>
            <a:r>
              <a:rPr lang="en-US" sz="2400" dirty="0"/>
              <a:t>JSON </a:t>
            </a:r>
          </a:p>
          <a:p>
            <a:pPr marL="0" indent="0">
              <a:buNone/>
            </a:pPr>
            <a:br>
              <a:rPr lang="en-US" sz="2400" dirty="0"/>
            </a:br>
            <a:r>
              <a:rPr lang="en-US" sz="2400" dirty="0"/>
              <a:t>We used different technologies to build this system. Python is the main programming language because it is easy to use and powerful. TensorFlow and </a:t>
            </a:r>
            <a:r>
              <a:rPr lang="en-US" sz="2400" dirty="0" err="1"/>
              <a:t>Keras</a:t>
            </a:r>
            <a:r>
              <a:rPr lang="en-US" sz="2400" dirty="0"/>
              <a:t> are used to create and train the deep learning model. OpenCV helps in image processing tasks like resizing and cleaning images. JSON is used to store disease information such as cause and cure. These tools work together to make the system accurate and efficient.</a:t>
            </a:r>
          </a:p>
          <a:p>
            <a:endParaRPr lang="en-IN" sz="2400" dirty="0"/>
          </a:p>
        </p:txBody>
      </p:sp>
    </p:spTree>
    <p:extLst>
      <p:ext uri="{BB962C8B-B14F-4D97-AF65-F5344CB8AC3E}">
        <p14:creationId xmlns:p14="http://schemas.microsoft.com/office/powerpoint/2010/main" val="2252707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2B9402-E311-3555-0E10-A777100D6F2B}"/>
              </a:ext>
            </a:extLst>
          </p:cNvPr>
          <p:cNvSpPr>
            <a:spLocks noGrp="1"/>
          </p:cNvSpPr>
          <p:nvPr>
            <p:ph type="title"/>
          </p:nvPr>
        </p:nvSpPr>
        <p:spPr>
          <a:xfrm>
            <a:off x="804671" y="324359"/>
            <a:ext cx="4977976" cy="1454051"/>
          </a:xfrm>
        </p:spPr>
        <p:txBody>
          <a:bodyPr>
            <a:normAutofit/>
          </a:bodyPr>
          <a:lstStyle/>
          <a:p>
            <a:r>
              <a:rPr lang="en-IN" sz="3600" dirty="0">
                <a:solidFill>
                  <a:schemeClr val="tx2"/>
                </a:solidFill>
              </a:rPr>
              <a:t>Dataset</a:t>
            </a:r>
          </a:p>
        </p:txBody>
      </p:sp>
      <p:sp>
        <p:nvSpPr>
          <p:cNvPr id="3" name="Content Placeholder 2">
            <a:extLst>
              <a:ext uri="{FF2B5EF4-FFF2-40B4-BE49-F238E27FC236}">
                <a16:creationId xmlns:a16="http://schemas.microsoft.com/office/drawing/2014/main" id="{622C2811-865F-06C6-C827-0B5F00793520}"/>
              </a:ext>
            </a:extLst>
          </p:cNvPr>
          <p:cNvSpPr>
            <a:spLocks noGrp="1"/>
          </p:cNvSpPr>
          <p:nvPr>
            <p:ph idx="1"/>
          </p:nvPr>
        </p:nvSpPr>
        <p:spPr>
          <a:xfrm>
            <a:off x="804671" y="1971040"/>
            <a:ext cx="5612995" cy="4423159"/>
          </a:xfrm>
        </p:spPr>
        <p:txBody>
          <a:bodyPr anchor="ctr">
            <a:normAutofit/>
          </a:bodyPr>
          <a:lstStyle/>
          <a:p>
            <a:r>
              <a:rPr lang="en-US" sz="1800" dirty="0" err="1">
                <a:solidFill>
                  <a:schemeClr val="tx2"/>
                </a:solidFill>
              </a:rPr>
              <a:t>PlantVillage</a:t>
            </a:r>
            <a:r>
              <a:rPr lang="en-US" sz="1800" dirty="0">
                <a:solidFill>
                  <a:schemeClr val="tx2"/>
                </a:solidFill>
              </a:rPr>
              <a:t> dataset </a:t>
            </a:r>
          </a:p>
          <a:p>
            <a:r>
              <a:rPr lang="en-US" sz="1800" dirty="0">
                <a:solidFill>
                  <a:schemeClr val="tx2"/>
                </a:solidFill>
              </a:rPr>
              <a:t>Labeled images </a:t>
            </a:r>
          </a:p>
          <a:p>
            <a:pPr marL="0" indent="0">
              <a:buNone/>
            </a:pPr>
            <a:br>
              <a:rPr lang="en-US" sz="1800" dirty="0">
                <a:solidFill>
                  <a:schemeClr val="tx2"/>
                </a:solidFill>
              </a:rPr>
            </a:br>
            <a:r>
              <a:rPr lang="en-US" sz="1800" dirty="0">
                <a:solidFill>
                  <a:schemeClr val="tx2"/>
                </a:solidFill>
              </a:rPr>
              <a:t>We used the </a:t>
            </a:r>
            <a:r>
              <a:rPr lang="en-US" sz="1800" dirty="0" err="1">
                <a:solidFill>
                  <a:schemeClr val="tx2"/>
                </a:solidFill>
              </a:rPr>
              <a:t>PlantVillage</a:t>
            </a:r>
            <a:r>
              <a:rPr lang="en-US" sz="1800" dirty="0">
                <a:solidFill>
                  <a:schemeClr val="tx2"/>
                </a:solidFill>
              </a:rPr>
              <a:t> dataset for training our model. This dataset contains thousands of images of plant leaves, including both healthy and diseased samples. Each image is labeled with the correct disease name. This helps the model learn and recognize patterns effectively. A good dataset is very important because it directly affects the accuracy of the system. Using this dataset helped us achieve better results.</a:t>
            </a:r>
          </a:p>
          <a:p>
            <a:endParaRPr lang="en-IN" sz="18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Database">
            <a:extLst>
              <a:ext uri="{FF2B5EF4-FFF2-40B4-BE49-F238E27FC236}">
                <a16:creationId xmlns:a16="http://schemas.microsoft.com/office/drawing/2014/main" id="{B6072AD8-708C-12E2-B9FE-9F50C7DCE0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846279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A8913D-ABBC-95C2-EA0E-C983356CC0E2}"/>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Data Preprocessing</a:t>
            </a:r>
          </a:p>
        </p:txBody>
      </p:sp>
      <p:sp>
        <p:nvSpPr>
          <p:cNvPr id="3" name="Content Placeholder 2">
            <a:extLst>
              <a:ext uri="{FF2B5EF4-FFF2-40B4-BE49-F238E27FC236}">
                <a16:creationId xmlns:a16="http://schemas.microsoft.com/office/drawing/2014/main" id="{3FC06C3E-ECF2-E84D-4A56-5C9F2D77ADAC}"/>
              </a:ext>
            </a:extLst>
          </p:cNvPr>
          <p:cNvSpPr>
            <a:spLocks noGrp="1"/>
          </p:cNvSpPr>
          <p:nvPr>
            <p:ph idx="1"/>
          </p:nvPr>
        </p:nvSpPr>
        <p:spPr>
          <a:xfrm>
            <a:off x="4810259" y="649480"/>
            <a:ext cx="6555347" cy="5546047"/>
          </a:xfrm>
        </p:spPr>
        <p:txBody>
          <a:bodyPr anchor="ctr">
            <a:normAutofit/>
          </a:bodyPr>
          <a:lstStyle/>
          <a:p>
            <a:r>
              <a:rPr lang="en-US" sz="2000" dirty="0"/>
              <a:t>Resize </a:t>
            </a:r>
          </a:p>
          <a:p>
            <a:r>
              <a:rPr lang="en-US" sz="2000" dirty="0"/>
              <a:t>Normalize </a:t>
            </a:r>
          </a:p>
          <a:p>
            <a:r>
              <a:rPr lang="en-US" sz="2000" dirty="0"/>
              <a:t>Noise removal </a:t>
            </a:r>
          </a:p>
          <a:p>
            <a:pPr marL="0" indent="0">
              <a:buNone/>
            </a:pPr>
            <a:br>
              <a:rPr lang="en-US" sz="2000" dirty="0"/>
            </a:br>
            <a:r>
              <a:rPr lang="en-US" sz="2000" dirty="0"/>
              <a:t>Before using images for training, we perform preprocessing. First, we resize images so that all inputs are of the same size. Then, we normalize the pixel values to improve model performance. We also remove noise to make the images clearer. These steps help the model learn better and improve accuracy. Preprocessing is an important step in any deep learning project.</a:t>
            </a:r>
          </a:p>
          <a:p>
            <a:endParaRPr lang="en-IN" sz="2000" dirty="0"/>
          </a:p>
        </p:txBody>
      </p:sp>
    </p:spTree>
    <p:extLst>
      <p:ext uri="{BB962C8B-B14F-4D97-AF65-F5344CB8AC3E}">
        <p14:creationId xmlns:p14="http://schemas.microsoft.com/office/powerpoint/2010/main" val="2019119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B65C0385-5E30-4D2E-AF9F-4639659D3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3D white lines connected with dots">
            <a:extLst>
              <a:ext uri="{FF2B5EF4-FFF2-40B4-BE49-F238E27FC236}">
                <a16:creationId xmlns:a16="http://schemas.microsoft.com/office/drawing/2014/main" id="{B5F6AC15-D301-CC46-C2A6-EC9409B6631E}"/>
              </a:ext>
            </a:extLst>
          </p:cNvPr>
          <p:cNvPicPr>
            <a:picLocks noChangeAspect="1"/>
          </p:cNvPicPr>
          <p:nvPr/>
        </p:nvPicPr>
        <p:blipFill>
          <a:blip r:embed="rId2"/>
          <a:srcRect l="25116" r="4312"/>
          <a:stretch>
            <a:fillRect/>
          </a:stretch>
        </p:blipFill>
        <p:spPr>
          <a:xfrm>
            <a:off x="0" y="1729116"/>
            <a:ext cx="4823595" cy="5191432"/>
          </a:xfrm>
          <a:prstGeom prst="rect">
            <a:avLst/>
          </a:prstGeom>
        </p:spPr>
      </p:pic>
      <p:sp useBgFill="1">
        <p:nvSpPr>
          <p:cNvPr id="11" name="Rectangle 10">
            <a:extLst>
              <a:ext uri="{FF2B5EF4-FFF2-40B4-BE49-F238E27FC236}">
                <a16:creationId xmlns:a16="http://schemas.microsoft.com/office/drawing/2014/main" id="{E335820B-3A29-42C5-AA8D-10ECA43CD9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84445-C47A-CA51-8555-DD0020A834C4}"/>
              </a:ext>
            </a:extLst>
          </p:cNvPr>
          <p:cNvSpPr>
            <a:spLocks noGrp="1"/>
          </p:cNvSpPr>
          <p:nvPr>
            <p:ph type="title"/>
          </p:nvPr>
        </p:nvSpPr>
        <p:spPr>
          <a:xfrm>
            <a:off x="761801" y="352766"/>
            <a:ext cx="10591999" cy="1023584"/>
          </a:xfrm>
        </p:spPr>
        <p:txBody>
          <a:bodyPr>
            <a:normAutofit/>
          </a:bodyPr>
          <a:lstStyle/>
          <a:p>
            <a:r>
              <a:rPr lang="en-IN" sz="4000"/>
              <a:t>Deep Learning Model</a:t>
            </a:r>
          </a:p>
        </p:txBody>
      </p:sp>
      <p:sp>
        <p:nvSpPr>
          <p:cNvPr id="3" name="Content Placeholder 2">
            <a:extLst>
              <a:ext uri="{FF2B5EF4-FFF2-40B4-BE49-F238E27FC236}">
                <a16:creationId xmlns:a16="http://schemas.microsoft.com/office/drawing/2014/main" id="{427D376C-EA8A-8D17-0229-D5DB4BBE4F8C}"/>
              </a:ext>
            </a:extLst>
          </p:cNvPr>
          <p:cNvSpPr>
            <a:spLocks noGrp="1"/>
          </p:cNvSpPr>
          <p:nvPr>
            <p:ph idx="1"/>
          </p:nvPr>
        </p:nvSpPr>
        <p:spPr>
          <a:xfrm>
            <a:off x="5401328" y="2081883"/>
            <a:ext cx="6394432" cy="4423351"/>
          </a:xfrm>
        </p:spPr>
        <p:txBody>
          <a:bodyPr anchor="ctr">
            <a:normAutofit/>
          </a:bodyPr>
          <a:lstStyle/>
          <a:p>
            <a:r>
              <a:rPr lang="en-US" sz="1900" dirty="0"/>
              <a:t>CNN </a:t>
            </a:r>
          </a:p>
          <a:p>
            <a:r>
              <a:rPr lang="en-US" sz="1900" dirty="0"/>
              <a:t>Image classification </a:t>
            </a:r>
          </a:p>
          <a:p>
            <a:pPr marL="0" indent="0">
              <a:buNone/>
            </a:pPr>
            <a:br>
              <a:rPr lang="en-US" sz="1900" dirty="0"/>
            </a:br>
            <a:r>
              <a:rPr lang="en-US" sz="1900" dirty="0"/>
              <a:t>We use a Convolutional Neural Network, also known as CNN, for our project. CNN is very effective for image classification tasks. It can automatically detect patterns in images, such as shapes and textures. This makes it suitable for identifying plant diseases. The model learns from training data and improves over time, making predictions more accurate.</a:t>
            </a:r>
          </a:p>
          <a:p>
            <a:endParaRPr lang="en-IN" sz="1900" dirty="0"/>
          </a:p>
        </p:txBody>
      </p:sp>
    </p:spTree>
    <p:extLst>
      <p:ext uri="{BB962C8B-B14F-4D97-AF65-F5344CB8AC3E}">
        <p14:creationId xmlns:p14="http://schemas.microsoft.com/office/powerpoint/2010/main" val="3980959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24BF2E-2A37-598A-D550-CA64ABE035CA}"/>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CNN Layers</a:t>
            </a:r>
            <a:endParaRPr lang="en-IN" sz="4000" b="1">
              <a:solidFill>
                <a:schemeClr val="bg1"/>
              </a:solidFill>
            </a:endParaRPr>
          </a:p>
        </p:txBody>
      </p:sp>
      <p:sp>
        <p:nvSpPr>
          <p:cNvPr id="23" name="Rectangle 2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7C15A65-854E-D711-DD12-DA18AF03570F}"/>
              </a:ext>
            </a:extLst>
          </p:cNvPr>
          <p:cNvSpPr>
            <a:spLocks noGrp="1"/>
          </p:cNvSpPr>
          <p:nvPr>
            <p:ph idx="1"/>
          </p:nvPr>
        </p:nvSpPr>
        <p:spPr>
          <a:xfrm>
            <a:off x="1155548" y="2217343"/>
            <a:ext cx="9880893" cy="3959619"/>
          </a:xfrm>
        </p:spPr>
        <p:txBody>
          <a:bodyPr>
            <a:normAutofit/>
          </a:bodyPr>
          <a:lstStyle/>
          <a:p>
            <a:r>
              <a:rPr lang="en-US" sz="2400" dirty="0"/>
              <a:t>Convolution </a:t>
            </a:r>
          </a:p>
          <a:p>
            <a:r>
              <a:rPr lang="en-US" sz="2400" dirty="0"/>
              <a:t>Pooling </a:t>
            </a:r>
          </a:p>
          <a:p>
            <a:r>
              <a:rPr lang="en-US" sz="2400" dirty="0"/>
              <a:t>Fully connected </a:t>
            </a:r>
          </a:p>
          <a:p>
            <a:pPr marL="0" indent="0">
              <a:buNone/>
            </a:pPr>
            <a:br>
              <a:rPr lang="en-US" sz="2400" dirty="0"/>
            </a:br>
            <a:r>
              <a:rPr lang="en-US" sz="2400" dirty="0"/>
              <a:t>The CNN model has different layers that work together. The convolution layer extracts features from images. The pooling layer reduces the size of the data to make processing faster. The fully connected layer uses these features to classify the image. Each layer plays an important role in making accurate predictions.</a:t>
            </a:r>
          </a:p>
          <a:p>
            <a:endParaRPr lang="en-IN" sz="2400" dirty="0"/>
          </a:p>
        </p:txBody>
      </p:sp>
    </p:spTree>
    <p:extLst>
      <p:ext uri="{BB962C8B-B14F-4D97-AF65-F5344CB8AC3E}">
        <p14:creationId xmlns:p14="http://schemas.microsoft.com/office/powerpoint/2010/main" val="1707992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BC74E5-853F-AFD4-50A8-D83C07AD6F9A}"/>
              </a:ext>
            </a:extLst>
          </p:cNvPr>
          <p:cNvSpPr>
            <a:spLocks noGrp="1"/>
          </p:cNvSpPr>
          <p:nvPr>
            <p:ph type="title"/>
          </p:nvPr>
        </p:nvSpPr>
        <p:spPr>
          <a:xfrm>
            <a:off x="838200" y="1195697"/>
            <a:ext cx="3200400" cy="4238118"/>
          </a:xfrm>
        </p:spPr>
        <p:txBody>
          <a:bodyPr>
            <a:normAutofit/>
          </a:bodyPr>
          <a:lstStyle/>
          <a:p>
            <a:r>
              <a:rPr lang="en-IN" dirty="0">
                <a:solidFill>
                  <a:schemeClr val="bg1"/>
                </a:solidFill>
              </a:rPr>
              <a:t>Working Flow</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88ABE65F-078C-EDB6-35D1-4BF7BB8B6ABE}"/>
              </a:ext>
            </a:extLst>
          </p:cNvPr>
          <p:cNvGraphicFramePr>
            <a:graphicFrameLocks noGrp="1"/>
          </p:cNvGraphicFramePr>
          <p:nvPr>
            <p:ph idx="1"/>
            <p:extLst>
              <p:ext uri="{D42A27DB-BD31-4B8C-83A1-F6EECF244321}">
                <p14:modId xmlns:p14="http://schemas.microsoft.com/office/powerpoint/2010/main" val="3025421095"/>
              </p:ext>
            </p:extLst>
          </p:nvPr>
        </p:nvGraphicFramePr>
        <p:xfrm>
          <a:off x="5484139" y="202912"/>
          <a:ext cx="6474181" cy="6533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879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6332C5-FD05-4C1C-C993-64575769F966}"/>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System Architecture</a:t>
            </a:r>
          </a:p>
        </p:txBody>
      </p:sp>
      <p:pic>
        <p:nvPicPr>
          <p:cNvPr id="5" name="Content Placeholder 4">
            <a:extLst>
              <a:ext uri="{FF2B5EF4-FFF2-40B4-BE49-F238E27FC236}">
                <a16:creationId xmlns:a16="http://schemas.microsoft.com/office/drawing/2014/main" id="{01296209-2428-886D-6D0D-5DCBFE5122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97680" y="325120"/>
            <a:ext cx="6207759" cy="6217920"/>
          </a:xfrm>
          <a:prstGeom prst="rect">
            <a:avLst/>
          </a:prstGeom>
        </p:spPr>
      </p:pic>
    </p:spTree>
    <p:extLst>
      <p:ext uri="{BB962C8B-B14F-4D97-AF65-F5344CB8AC3E}">
        <p14:creationId xmlns:p14="http://schemas.microsoft.com/office/powerpoint/2010/main" val="1749599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5F2279-B22C-AE33-5BEE-B4C60525A1BE}"/>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Data Flow Diagram</a:t>
            </a:r>
          </a:p>
        </p:txBody>
      </p:sp>
      <p:pic>
        <p:nvPicPr>
          <p:cNvPr id="5" name="Content Placeholder 4">
            <a:extLst>
              <a:ext uri="{FF2B5EF4-FFF2-40B4-BE49-F238E27FC236}">
                <a16:creationId xmlns:a16="http://schemas.microsoft.com/office/drawing/2014/main" id="{B403B77D-2946-E344-873E-CB2195BDC4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8960" y="335280"/>
            <a:ext cx="5821680" cy="6136640"/>
          </a:xfrm>
          <a:prstGeom prst="rect">
            <a:avLst/>
          </a:prstGeom>
        </p:spPr>
      </p:pic>
    </p:spTree>
    <p:extLst>
      <p:ext uri="{BB962C8B-B14F-4D97-AF65-F5344CB8AC3E}">
        <p14:creationId xmlns:p14="http://schemas.microsoft.com/office/powerpoint/2010/main" val="2458177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72B4675-569B-4081-9E1C-77481C39775C}"/>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ER Diagram</a:t>
            </a:r>
          </a:p>
        </p:txBody>
      </p:sp>
      <p:pic>
        <p:nvPicPr>
          <p:cNvPr id="5" name="Content Placeholder 4">
            <a:extLst>
              <a:ext uri="{FF2B5EF4-FFF2-40B4-BE49-F238E27FC236}">
                <a16:creationId xmlns:a16="http://schemas.microsoft.com/office/drawing/2014/main" id="{A8039C32-8869-A8AD-2182-B69429DE1A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74086" y="467208"/>
            <a:ext cx="5765034" cy="5923584"/>
          </a:xfrm>
          <a:prstGeom prst="rect">
            <a:avLst/>
          </a:prstGeom>
        </p:spPr>
      </p:pic>
    </p:spTree>
    <p:extLst>
      <p:ext uri="{BB962C8B-B14F-4D97-AF65-F5344CB8AC3E}">
        <p14:creationId xmlns:p14="http://schemas.microsoft.com/office/powerpoint/2010/main" val="2973240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760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AE05B1-CE8D-1FDC-96D2-9E605839F40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b="1" kern="1200">
                <a:solidFill>
                  <a:srgbClr val="FFFFFF"/>
                </a:solidFill>
                <a:latin typeface="+mj-lt"/>
                <a:ea typeface="+mj-ea"/>
                <a:cs typeface="+mj-cs"/>
              </a:rPr>
              <a:t>GUI Screens</a:t>
            </a:r>
            <a:endParaRPr lang="en-US" sz="2600" kern="120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11144306-C4BA-0236-8F65-A51D561A4C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405625"/>
            <a:ext cx="7188199" cy="4043361"/>
          </a:xfrm>
          <a:prstGeom prst="rect">
            <a:avLst/>
          </a:prstGeom>
        </p:spPr>
      </p:pic>
    </p:spTree>
    <p:extLst>
      <p:ext uri="{BB962C8B-B14F-4D97-AF65-F5344CB8AC3E}">
        <p14:creationId xmlns:p14="http://schemas.microsoft.com/office/powerpoint/2010/main" val="872624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662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59C9A2-242C-5A6E-06F4-05F31FC7E37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mj-lt"/>
                <a:ea typeface="+mj-ea"/>
                <a:cs typeface="+mj-cs"/>
              </a:rPr>
              <a:t>Output</a:t>
            </a:r>
          </a:p>
        </p:txBody>
      </p:sp>
      <p:pic>
        <p:nvPicPr>
          <p:cNvPr id="5" name="Content Placeholder 4">
            <a:extLst>
              <a:ext uri="{FF2B5EF4-FFF2-40B4-BE49-F238E27FC236}">
                <a16:creationId xmlns:a16="http://schemas.microsoft.com/office/drawing/2014/main" id="{D463EE5C-BAE4-BF03-3DF6-5D3D2A5733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405625"/>
            <a:ext cx="7188199" cy="4043361"/>
          </a:xfrm>
          <a:prstGeom prst="rect">
            <a:avLst/>
          </a:prstGeom>
        </p:spPr>
      </p:pic>
    </p:spTree>
    <p:extLst>
      <p:ext uri="{BB962C8B-B14F-4D97-AF65-F5344CB8AC3E}">
        <p14:creationId xmlns:p14="http://schemas.microsoft.com/office/powerpoint/2010/main" val="421879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5DEBD8-162A-A4F9-B590-DDE2821F4E13}"/>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Advantages</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B277558-DCA7-8C41-E830-FB54958D1268}"/>
              </a:ext>
            </a:extLst>
          </p:cNvPr>
          <p:cNvSpPr>
            <a:spLocks noGrp="1"/>
          </p:cNvSpPr>
          <p:nvPr>
            <p:ph idx="1"/>
          </p:nvPr>
        </p:nvSpPr>
        <p:spPr>
          <a:xfrm>
            <a:off x="1155548" y="2217343"/>
            <a:ext cx="9880893" cy="3959619"/>
          </a:xfrm>
        </p:spPr>
        <p:txBody>
          <a:bodyPr>
            <a:normAutofit fontScale="92500" lnSpcReduction="20000"/>
          </a:bodyPr>
          <a:lstStyle/>
          <a:p>
            <a:r>
              <a:rPr lang="en-US" sz="2000" dirty="0"/>
              <a:t>Fast processing </a:t>
            </a:r>
          </a:p>
          <a:p>
            <a:r>
              <a:rPr lang="en-US" sz="2000" dirty="0"/>
              <a:t>High accuracy </a:t>
            </a:r>
          </a:p>
          <a:p>
            <a:r>
              <a:rPr lang="en-US" sz="2000" dirty="0"/>
              <a:t>Easy to use </a:t>
            </a:r>
          </a:p>
          <a:p>
            <a:r>
              <a:rPr lang="en-US" sz="2000" dirty="0"/>
              <a:t>Reduces manual effort </a:t>
            </a:r>
          </a:p>
          <a:p>
            <a:r>
              <a:rPr lang="en-US" sz="2000" dirty="0"/>
              <a:t>Early disease detection </a:t>
            </a:r>
          </a:p>
          <a:p>
            <a:r>
              <a:rPr lang="en-US" sz="2000" dirty="0"/>
              <a:t>Cost-effective solution </a:t>
            </a:r>
          </a:p>
          <a:p>
            <a:pPr marL="0" indent="0">
              <a:buNone/>
            </a:pPr>
            <a:br>
              <a:rPr lang="en-US" sz="2000" dirty="0"/>
            </a:br>
            <a:r>
              <a:rPr lang="en-US" sz="2000" dirty="0"/>
              <a:t>The proposed system offers several important advantages in agricultural applications. It provides fast processing, allowing users to get results within seconds after uploading an image. The use of deep learning ensures high accuracy in disease detection compared to traditional methods. The system is designed with a simple and user-friendly interface, making it easy for farmers to use without technical knowledge. It significantly reduces manual effort and dependency on experts. Early detection of plant diseases helps prevent crop damage and improves yield. Additionally, it is a cost-effective solution that can support farmers in making better decisions and increasing productivity.</a:t>
            </a:r>
          </a:p>
          <a:p>
            <a:endParaRPr lang="en-IN" sz="1300" dirty="0"/>
          </a:p>
        </p:txBody>
      </p:sp>
    </p:spTree>
    <p:extLst>
      <p:ext uri="{BB962C8B-B14F-4D97-AF65-F5344CB8AC3E}">
        <p14:creationId xmlns:p14="http://schemas.microsoft.com/office/powerpoint/2010/main" val="4239910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FA0556F-739D-56FA-2681-5D722A5C75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4290" y="-1911"/>
            <a:ext cx="5091233" cy="6859911"/>
            <a:chOff x="-34290" y="-1911"/>
            <a:chExt cx="5091233" cy="6859911"/>
          </a:xfrm>
        </p:grpSpPr>
        <p:sp>
          <p:nvSpPr>
            <p:cNvPr id="9" name="Rectangle 8">
              <a:extLst>
                <a:ext uri="{FF2B5EF4-FFF2-40B4-BE49-F238E27FC236}">
                  <a16:creationId xmlns:a16="http://schemas.microsoft.com/office/drawing/2014/main" id="{903F14F8-AA60-0B2F-763E-CF3ECE8D2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7214" y="-1911"/>
              <a:ext cx="5069040" cy="6859911"/>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2333D23-8793-EF97-09BC-F864EDE23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6313" y="-1"/>
              <a:ext cx="5063256" cy="6850839"/>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4100B9-C991-6C57-E603-1B408DC15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433960" y="3227856"/>
              <a:ext cx="2154733" cy="5091233"/>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DC6A7B-8935-4EAB-D805-0E586EAE7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155658" y="-1911"/>
              <a:ext cx="3890385" cy="6663013"/>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A92972CA-8ADA-0794-D618-FDBA56C60AD6}"/>
              </a:ext>
            </a:extLst>
          </p:cNvPr>
          <p:cNvSpPr>
            <a:spLocks noGrp="1"/>
          </p:cNvSpPr>
          <p:nvPr>
            <p:ph type="title"/>
          </p:nvPr>
        </p:nvSpPr>
        <p:spPr>
          <a:xfrm>
            <a:off x="674704" y="1649691"/>
            <a:ext cx="3648526" cy="3596295"/>
          </a:xfrm>
        </p:spPr>
        <p:txBody>
          <a:bodyPr anchor="ctr">
            <a:normAutofit/>
          </a:bodyPr>
          <a:lstStyle/>
          <a:p>
            <a:r>
              <a:rPr lang="en-IN" sz="4000">
                <a:solidFill>
                  <a:srgbClr val="FFFFFF"/>
                </a:solidFill>
              </a:rPr>
              <a:t>Limitations &amp; Future Scope</a:t>
            </a:r>
          </a:p>
        </p:txBody>
      </p:sp>
      <p:sp>
        <p:nvSpPr>
          <p:cNvPr id="3" name="Content Placeholder 2">
            <a:extLst>
              <a:ext uri="{FF2B5EF4-FFF2-40B4-BE49-F238E27FC236}">
                <a16:creationId xmlns:a16="http://schemas.microsoft.com/office/drawing/2014/main" id="{61086336-E90E-40EF-4327-81631088ABCD}"/>
              </a:ext>
            </a:extLst>
          </p:cNvPr>
          <p:cNvSpPr>
            <a:spLocks noGrp="1"/>
          </p:cNvSpPr>
          <p:nvPr>
            <p:ph idx="1"/>
          </p:nvPr>
        </p:nvSpPr>
        <p:spPr>
          <a:xfrm>
            <a:off x="5852820" y="680224"/>
            <a:ext cx="5500979" cy="5519369"/>
          </a:xfrm>
        </p:spPr>
        <p:txBody>
          <a:bodyPr anchor="ctr">
            <a:normAutofit/>
          </a:bodyPr>
          <a:lstStyle/>
          <a:p>
            <a:r>
              <a:rPr lang="en-US" sz="2000" dirty="0"/>
              <a:t>Requires good quality images </a:t>
            </a:r>
          </a:p>
          <a:p>
            <a:r>
              <a:rPr lang="en-US" sz="2000" dirty="0"/>
              <a:t>Limited to trained dataset </a:t>
            </a:r>
          </a:p>
          <a:p>
            <a:r>
              <a:rPr lang="en-US" sz="2000" dirty="0"/>
              <a:t>Cannot detect unknown diseases </a:t>
            </a:r>
          </a:p>
          <a:p>
            <a:r>
              <a:rPr lang="en-US" sz="2000" dirty="0"/>
              <a:t>Accuracy depends on data quality </a:t>
            </a:r>
          </a:p>
          <a:p>
            <a:r>
              <a:rPr lang="en-US" sz="2000" dirty="0"/>
              <a:t>Needs internet/system support </a:t>
            </a:r>
          </a:p>
          <a:p>
            <a:r>
              <a:rPr lang="en-US" sz="2000" b="1" dirty="0"/>
              <a:t>Future Scope:</a:t>
            </a:r>
            <a:endParaRPr lang="en-US" sz="2000" dirty="0"/>
          </a:p>
          <a:p>
            <a:r>
              <a:rPr lang="en-US" sz="2000" dirty="0"/>
              <a:t>Mobile application development </a:t>
            </a:r>
          </a:p>
          <a:p>
            <a:r>
              <a:rPr lang="en-US" sz="2000" dirty="0"/>
              <a:t>Real-time detection using camera </a:t>
            </a:r>
          </a:p>
          <a:p>
            <a:r>
              <a:rPr lang="en-US" sz="2000" dirty="0"/>
              <a:t>Integration with IoT devices </a:t>
            </a:r>
          </a:p>
          <a:p>
            <a:r>
              <a:rPr lang="en-US" sz="2000" dirty="0"/>
              <a:t>Expansion of dataset </a:t>
            </a:r>
          </a:p>
          <a:p>
            <a:r>
              <a:rPr lang="en-US" sz="2000" dirty="0"/>
              <a:t>Cloud-based system</a:t>
            </a:r>
          </a:p>
          <a:p>
            <a:endParaRPr lang="en-IN" sz="2000" dirty="0"/>
          </a:p>
        </p:txBody>
      </p:sp>
    </p:spTree>
    <p:extLst>
      <p:ext uri="{BB962C8B-B14F-4D97-AF65-F5344CB8AC3E}">
        <p14:creationId xmlns:p14="http://schemas.microsoft.com/office/powerpoint/2010/main" val="554094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38C8F1-D4FF-D632-A0D3-26711ED6645D}"/>
              </a:ext>
            </a:extLst>
          </p:cNvPr>
          <p:cNvSpPr>
            <a:spLocks noGrp="1"/>
          </p:cNvSpPr>
          <p:nvPr>
            <p:ph type="title"/>
          </p:nvPr>
        </p:nvSpPr>
        <p:spPr>
          <a:xfrm>
            <a:off x="6513788" y="365125"/>
            <a:ext cx="4840010" cy="1807305"/>
          </a:xfrm>
        </p:spPr>
        <p:txBody>
          <a:bodyPr>
            <a:normAutofit/>
          </a:bodyPr>
          <a:lstStyle/>
          <a:p>
            <a:r>
              <a:rPr lang="en-IN" dirty="0"/>
              <a:t>Conclusion</a:t>
            </a:r>
          </a:p>
        </p:txBody>
      </p:sp>
      <p:pic>
        <p:nvPicPr>
          <p:cNvPr id="5" name="Picture 4" descr="A hand touching a small plant">
            <a:extLst>
              <a:ext uri="{FF2B5EF4-FFF2-40B4-BE49-F238E27FC236}">
                <a16:creationId xmlns:a16="http://schemas.microsoft.com/office/drawing/2014/main" id="{4A6D2860-A3BC-DCDE-639D-D066B40DF1D2}"/>
              </a:ext>
            </a:extLst>
          </p:cNvPr>
          <p:cNvPicPr>
            <a:picLocks noChangeAspect="1"/>
          </p:cNvPicPr>
          <p:nvPr/>
        </p:nvPicPr>
        <p:blipFill>
          <a:blip r:embed="rId2"/>
          <a:srcRect l="40467" r="-1" b="-1"/>
          <a:stretch>
            <a:fillRect/>
          </a:stretch>
        </p:blipFill>
        <p:spPr>
          <a:xfrm>
            <a:off x="0" y="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38740882-AD21-5112-B4E9-392D961FE48C}"/>
              </a:ext>
            </a:extLst>
          </p:cNvPr>
          <p:cNvSpPr>
            <a:spLocks noGrp="1"/>
          </p:cNvSpPr>
          <p:nvPr>
            <p:ph idx="1"/>
          </p:nvPr>
        </p:nvSpPr>
        <p:spPr>
          <a:xfrm>
            <a:off x="5699760" y="1950720"/>
            <a:ext cx="5862320" cy="4226243"/>
          </a:xfrm>
        </p:spPr>
        <p:txBody>
          <a:bodyPr>
            <a:normAutofit fontScale="85000" lnSpcReduction="20000"/>
          </a:bodyPr>
          <a:lstStyle/>
          <a:p>
            <a:r>
              <a:rPr lang="en-US" sz="2000" dirty="0"/>
              <a:t>Successful implementation </a:t>
            </a:r>
          </a:p>
          <a:p>
            <a:r>
              <a:rPr lang="en-US" sz="2000" dirty="0"/>
              <a:t>Accurate disease detection </a:t>
            </a:r>
          </a:p>
          <a:p>
            <a:r>
              <a:rPr lang="en-US" sz="2000" dirty="0"/>
              <a:t>Supports farmers </a:t>
            </a:r>
          </a:p>
          <a:p>
            <a:r>
              <a:rPr lang="en-US" sz="2000" dirty="0"/>
              <a:t>Reduces crop loss </a:t>
            </a:r>
          </a:p>
          <a:p>
            <a:r>
              <a:rPr lang="en-US" sz="2000" dirty="0"/>
              <a:t>Improves productivity </a:t>
            </a:r>
          </a:p>
          <a:p>
            <a:r>
              <a:rPr lang="en-US" sz="2000" dirty="0"/>
              <a:t>Uses modern AI technology </a:t>
            </a:r>
          </a:p>
          <a:p>
            <a:pPr marL="0" indent="0">
              <a:buNone/>
            </a:pPr>
            <a:r>
              <a:rPr lang="en-US" sz="2000" dirty="0"/>
              <a:t>In conclusion, the Plant Disease Detection System successfully demonstrates the use of deep learning in agriculture. The system is capable of accurately detecting plant diseases from leaf images and providing useful information such as cause and cure. It helps farmers identify problems at an early stage, reducing crop loss and improving productivity. The integration of artificial intelligence makes the system efficient, reliable, and easy to use. This project highlights the importance of technology in solving real-world agricultural problems and shows how AI can contribute to sustainable farming and better decision-making.</a:t>
            </a:r>
          </a:p>
          <a:p>
            <a:endParaRPr lang="en-IN" sz="1300" dirty="0"/>
          </a:p>
        </p:txBody>
      </p:sp>
    </p:spTree>
    <p:extLst>
      <p:ext uri="{BB962C8B-B14F-4D97-AF65-F5344CB8AC3E}">
        <p14:creationId xmlns:p14="http://schemas.microsoft.com/office/powerpoint/2010/main" val="2905160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53D5C490-9F3F-63DE-B4B9-E3A83F774328}"/>
              </a:ext>
            </a:extLst>
          </p:cNvPr>
          <p:cNvSpPr txBox="1"/>
          <p:nvPr/>
        </p:nvSpPr>
        <p:spPr>
          <a:xfrm>
            <a:off x="2026693" y="1030406"/>
            <a:ext cx="8147713" cy="308124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a:solidFill>
                  <a:srgbClr val="FFFFFF"/>
                </a:solidFill>
                <a:latin typeface="+mj-lt"/>
                <a:ea typeface="+mj-ea"/>
                <a:cs typeface="+mj-cs"/>
              </a:rPr>
              <a:t>THANK YOU</a:t>
            </a:r>
          </a:p>
        </p:txBody>
      </p:sp>
    </p:spTree>
    <p:extLst>
      <p:ext uri="{BB962C8B-B14F-4D97-AF65-F5344CB8AC3E}">
        <p14:creationId xmlns:p14="http://schemas.microsoft.com/office/powerpoint/2010/main" val="137532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TotalTime>
  <Words>1351</Words>
  <Application>Microsoft Office PowerPoint</Application>
  <PresentationFormat>Widescreen</PresentationFormat>
  <Paragraphs>120</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Times New Roman</vt:lpstr>
      <vt:lpstr>Trebuchet MS</vt:lpstr>
      <vt:lpstr>Office Theme</vt:lpstr>
      <vt:lpstr> Plant Disease Prediction </vt:lpstr>
      <vt:lpstr>Introduction</vt:lpstr>
      <vt:lpstr>Problem Statement</vt:lpstr>
      <vt:lpstr>Objectives</vt:lpstr>
      <vt:lpstr>Proposed System</vt:lpstr>
      <vt:lpstr>Proposed Methodology</vt:lpstr>
      <vt:lpstr>System Overview</vt:lpstr>
      <vt:lpstr>Technologies Used</vt:lpstr>
      <vt:lpstr>Dataset</vt:lpstr>
      <vt:lpstr>Data Preprocessing</vt:lpstr>
      <vt:lpstr>Deep Learning Model</vt:lpstr>
      <vt:lpstr>CNN Layers</vt:lpstr>
      <vt:lpstr>Working Flow</vt:lpstr>
      <vt:lpstr>System Architecture</vt:lpstr>
      <vt:lpstr>Data Flow Diagram</vt:lpstr>
      <vt:lpstr>ER Diagram</vt:lpstr>
      <vt:lpstr>GUI Screens</vt:lpstr>
      <vt:lpstr>Output</vt:lpstr>
      <vt:lpstr>Advantages</vt:lpstr>
      <vt:lpstr>Limitations &amp; 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koti Medabalimi</dc:creator>
  <cp:lastModifiedBy>Sai koti Medabalimi</cp:lastModifiedBy>
  <cp:revision>3</cp:revision>
  <dcterms:created xsi:type="dcterms:W3CDTF">2026-04-29T04:44:01Z</dcterms:created>
  <dcterms:modified xsi:type="dcterms:W3CDTF">2026-04-29T15:40:50Z</dcterms:modified>
</cp:coreProperties>
</file>